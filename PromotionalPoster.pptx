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88" d="100"/>
          <a:sy n="88" d="100"/>
        </p:scale>
        <p:origin x="5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FF019-8DEE-B83C-8EE7-4E0FD50E7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ED3D7-1B9A-F0D3-65F8-594A4D2F4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8059C-6491-6E91-D00C-24B0F7A3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4C3E-33CE-4B04-97AA-629E179AED76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55010-819C-F6A2-7CDD-4D0A0B03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496C2-2F7A-8F7F-C38C-A16ED9D39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67CB0-7F29-47E9-BD4C-C4689BA8A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637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52798-8202-D4AD-D20B-1FFF1F996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DA80B-94B0-76CC-D888-C9963293D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CB170-A31E-728C-571C-03EDFAAA1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4C3E-33CE-4B04-97AA-629E179AED76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62828-D40A-331A-390A-7573C7F1E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3FDDF-2D6F-3021-65E7-9C91CC8A6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67CB0-7F29-47E9-BD4C-C4689BA8A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338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36F8F-560D-0F9D-05BD-9C72689EE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2D6C6-7357-D799-40B3-5BB1EFCB9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46444-D563-8A35-893A-813A2780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4C3E-33CE-4B04-97AA-629E179AED76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E6B1F-C5FD-31C2-33E1-D5BDFC279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55E79-0DA7-6904-AC24-BBFEF4E0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67CB0-7F29-47E9-BD4C-C4689BA8A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3032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423B1-92FF-A9E2-93AF-303FD4023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58DDF-7EBB-1018-4E33-0A5BC332F8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094E6-4CF2-CF2C-2DD0-AEE8AE663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11B7D-7449-4BD0-D947-3CFE14531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4C3E-33CE-4B04-97AA-629E179AED76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369CD-C913-FE72-399C-1238481D4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C0EC7-DD3A-4C86-9AC2-6CCBCE55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67CB0-7F29-47E9-BD4C-C4689BA8A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877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A29A1-BEE8-B051-0169-01BE0B785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1705F-3626-ADF2-F9F0-603D03BE9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8EB57-C109-CD3A-DC31-0C473CB3F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139504-9479-7A8A-445D-97999EDCA9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E8F1B0-3103-808B-6AED-E94F31ED8C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8B69E6-E853-3301-ED26-7FA53C7F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4C3E-33CE-4B04-97AA-629E179AED76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FE2100-8199-3585-3E91-917F0D811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1A4F16-7B83-2B2D-11F7-B0FA5B91A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67CB0-7F29-47E9-BD4C-C4689BA8A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053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358A4-A350-A415-1B31-DB6C0E4B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FCF5D-AEE0-0723-95CF-3AD1DFF83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4C3E-33CE-4B04-97AA-629E179AED76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973594-D64E-8220-09E9-9DDECEDA4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2D1E7-2738-CDC2-7D08-4D4A2319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67CB0-7F29-47E9-BD4C-C4689BA8A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18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6FEDEE-8D59-7988-B1D0-704478EE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4C3E-33CE-4B04-97AA-629E179AED76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CD1192-8DB3-327A-5106-759D8626D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860A-8E1E-F917-3D59-85C22D3E0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67CB0-7F29-47E9-BD4C-C4689BA8A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717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6D2B-E7AF-CA9C-9E55-846C50951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B96C0-73D9-0394-C607-90C93BCC1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D14B4-B5E0-1E0F-8AEC-FFB39E1B7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1CC57-DC8D-C01E-BA50-C6F32B79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4C3E-33CE-4B04-97AA-629E179AED76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1A4B7-4644-85A5-2C5D-64D19B0B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D0FC4-2437-1375-3380-DADD310B9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67CB0-7F29-47E9-BD4C-C4689BA8A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071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2E199-C52E-9F5B-D37E-03EDD575A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82545A-3619-B494-A492-AB2EEAC44F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644E1-66C7-95B4-0947-828DD8DD7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C0CCE-1931-EC22-706C-2859F3C5B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4C3E-33CE-4B04-97AA-629E179AED76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F485F-64CB-A264-7186-D5B44739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CF2C8-1249-7420-0299-DBF90EE8D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67CB0-7F29-47E9-BD4C-C4689BA8A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1330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843A1-ADF4-00C5-6A18-898B4564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ADBB1B-39A5-B592-7392-5300D407F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866C9-5363-EC46-8665-BC50EA085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4C3E-33CE-4B04-97AA-629E179AED76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97169-82A2-78DF-FD43-48C5728BE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2F273-2D91-2C95-97AC-C570AD473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67CB0-7F29-47E9-BD4C-C4689BA8A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656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918D9F-DB0D-9694-76C6-2C90EB782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D3C5DD-981A-B8E8-BFC7-D2E440A88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F28F8-938A-2BDA-E8DA-8D509774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4C3E-33CE-4B04-97AA-629E179AED76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FE2B3-96B9-7ECB-829E-222E35882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22920-8F7A-C79C-C765-262C7C730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67CB0-7F29-47E9-BD4C-C4689BA8A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910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E088F-7235-729C-09AD-C09828E1E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EF88D-6798-E46B-93A5-6666FCD56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66B06-C4D3-A399-5134-4485F2108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514C3E-33CE-4B04-97AA-629E179AED76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E020F-5F4E-2B21-90B5-3A0FA0C6C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990B1-6485-00A4-627D-C855A4A97F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067CB0-7F29-47E9-BD4C-C4689BA8A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32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FAE0D8-1A9E-6077-73CE-AAFE6FDBCD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7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75C79C-A5B2-6216-F789-A21E467B319E}"/>
              </a:ext>
            </a:extLst>
          </p:cNvPr>
          <p:cNvSpPr txBox="1"/>
          <p:nvPr/>
        </p:nvSpPr>
        <p:spPr>
          <a:xfrm>
            <a:off x="5953760" y="0"/>
            <a:ext cx="62382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chemeClr val="bg1"/>
                </a:solidFill>
                <a:latin typeface="Zain Fishing Hooks" panose="02000503000000000000" pitchFamily="2" charset="0"/>
              </a:rPr>
              <a:t>Hook Line and Slinger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2096ABA-4C79-A457-768F-076D8D6E2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184" y="3429000"/>
            <a:ext cx="1009791" cy="10955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ED9BE38-1721-6732-D22A-48E7A687C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635" y="3552842"/>
            <a:ext cx="1362265" cy="84784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A8B1648-1C79-60AC-D91D-54727EFB4B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15" y="4824368"/>
            <a:ext cx="1095528" cy="109552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CDC5A5E-2C66-CEBF-D1C1-23A50E81EF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2634" y="5053000"/>
            <a:ext cx="1400370" cy="63826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167411C-2B4B-4FF4-7251-E54DDE713FD3}"/>
              </a:ext>
            </a:extLst>
          </p:cNvPr>
          <p:cNvSpPr txBox="1"/>
          <p:nvPr/>
        </p:nvSpPr>
        <p:spPr>
          <a:xfrm>
            <a:off x="770467" y="4400685"/>
            <a:ext cx="34325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Default bait                          Worm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     Heavy                           Ol’ Reliable</a:t>
            </a:r>
          </a:p>
          <a:p>
            <a:r>
              <a:rPr lang="en-GB" dirty="0" err="1"/>
              <a:t>groundbait</a:t>
            </a:r>
            <a:endParaRPr lang="en-GB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943C08-F983-1D3D-65D3-9E24D3D7F6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0712" y="5797685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29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Zain Fishing Hooks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mikey hooper</dc:creator>
  <cp:lastModifiedBy>mikey hooper</cp:lastModifiedBy>
  <cp:revision>1</cp:revision>
  <dcterms:created xsi:type="dcterms:W3CDTF">2026-03-21T10:57:17Z</dcterms:created>
  <dcterms:modified xsi:type="dcterms:W3CDTF">2026-03-21T12:32:00Z</dcterms:modified>
</cp:coreProperties>
</file>