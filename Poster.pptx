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1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77394-0A20-4CF6-9066-CFC2C1C9D3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149" y="389840"/>
            <a:ext cx="8281987" cy="2954655"/>
          </a:xfrm>
        </p:spPr>
        <p:txBody>
          <a:bodyPr anchor="t" anchorCtr="0">
            <a:normAutofit/>
          </a:bodyPr>
          <a:lstStyle>
            <a:lvl1pPr algn="l">
              <a:lnSpc>
                <a:spcPct val="100000"/>
              </a:lnSpc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10971F-8922-4B23-9C80-0643D7E350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149" y="3536951"/>
            <a:ext cx="8281989" cy="2555874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400">
                <a:solidFill>
                  <a:schemeClr val="tx1">
                    <a:alpha val="8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1BC074-1090-47AF-BDE8-3859BF574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EA7947-E287-4738-8C82-07CE4F01EF03}" type="datetime2">
              <a:rPr lang="en-US" smtClean="0"/>
              <a:t>Sunday, March 15,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D6522F-D41A-4734-8BD1-BD6E5A37D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4D4206-406C-42A3-BBD4-44C043180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2184FF4-7029-4ED7-813A-192E60608764}"/>
              </a:ext>
            </a:extLst>
          </p:cNvPr>
          <p:cNvSpPr>
            <a:spLocks noChangeAspect="1"/>
          </p:cNvSpPr>
          <p:nvPr/>
        </p:nvSpPr>
        <p:spPr>
          <a:xfrm rot="2700000">
            <a:off x="612445" y="481888"/>
            <a:ext cx="1080000" cy="1262947"/>
          </a:xfrm>
          <a:custGeom>
            <a:avLst/>
            <a:gdLst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0 w 1080000"/>
              <a:gd name="connsiteY9" fmla="*/ 931034 h 1262947"/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540000 w 1080000"/>
              <a:gd name="connsiteY9" fmla="*/ 0 h 1262947"/>
              <a:gd name="connsiteX0" fmla="*/ 540000 w 1080000"/>
              <a:gd name="connsiteY0" fmla="*/ 0 h 1262947"/>
              <a:gd name="connsiteX1" fmla="*/ 1064374 w 1080000"/>
              <a:gd name="connsiteY1" fmla="*/ 931034 h 1262947"/>
              <a:gd name="connsiteX2" fmla="*/ 1069029 w 1080000"/>
              <a:gd name="connsiteY2" fmla="*/ 938533 h 1262947"/>
              <a:gd name="connsiteX3" fmla="*/ 1080000 w 1080000"/>
              <a:gd name="connsiteY3" fmla="*/ 992947 h 1262947"/>
              <a:gd name="connsiteX4" fmla="*/ 540000 w 1080000"/>
              <a:gd name="connsiteY4" fmla="*/ 1262947 h 1262947"/>
              <a:gd name="connsiteX5" fmla="*/ 0 w 1080000"/>
              <a:gd name="connsiteY5" fmla="*/ 992947 h 1262947"/>
              <a:gd name="connsiteX6" fmla="*/ 10971 w 1080000"/>
              <a:gd name="connsiteY6" fmla="*/ 938533 h 1262947"/>
              <a:gd name="connsiteX7" fmla="*/ 15626 w 1080000"/>
              <a:gd name="connsiteY7" fmla="*/ 931034 h 1262947"/>
              <a:gd name="connsiteX8" fmla="*/ 540000 w 1080000"/>
              <a:gd name="connsiteY8" fmla="*/ 0 h 126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80000" h="1262947">
                <a:moveTo>
                  <a:pt x="540000" y="0"/>
                </a:moveTo>
                <a:lnTo>
                  <a:pt x="1064374" y="931034"/>
                </a:lnTo>
                <a:lnTo>
                  <a:pt x="1069029" y="938533"/>
                </a:lnTo>
                <a:cubicBezTo>
                  <a:pt x="1076223" y="956109"/>
                  <a:pt x="1080000" y="974307"/>
                  <a:pt x="1080000" y="992947"/>
                </a:cubicBezTo>
                <a:cubicBezTo>
                  <a:pt x="1080000" y="1142064"/>
                  <a:pt x="838234" y="1262947"/>
                  <a:pt x="540000" y="1262947"/>
                </a:cubicBezTo>
                <a:cubicBezTo>
                  <a:pt x="241766" y="1262947"/>
                  <a:pt x="0" y="1142064"/>
                  <a:pt x="0" y="992947"/>
                </a:cubicBezTo>
                <a:cubicBezTo>
                  <a:pt x="0" y="974307"/>
                  <a:pt x="3778" y="956109"/>
                  <a:pt x="10971" y="938533"/>
                </a:cubicBezTo>
                <a:lnTo>
                  <a:pt x="15626" y="931034"/>
                </a:lnTo>
                <a:lnTo>
                  <a:pt x="540000" y="0"/>
                </a:lnTo>
                <a:close/>
              </a:path>
            </a:pathLst>
          </a:custGeom>
          <a:gradFill>
            <a:gsLst>
              <a:gs pos="60000">
                <a:schemeClr val="bg2">
                  <a:lumMod val="90000"/>
                  <a:lumOff val="10000"/>
                </a:schemeClr>
              </a:gs>
              <a:gs pos="30000">
                <a:schemeClr val="bg2">
                  <a:lumMod val="90000"/>
                  <a:lumOff val="10000"/>
                </a:schemeClr>
              </a:gs>
              <a:gs pos="40000">
                <a:schemeClr val="bg2">
                  <a:lumMod val="75000"/>
                  <a:lumOff val="25000"/>
                </a:schemeClr>
              </a:gs>
              <a:gs pos="100000">
                <a:schemeClr val="bg2"/>
              </a:gs>
            </a:gsLst>
            <a:lin ang="600000" scaled="0"/>
          </a:gradFill>
          <a:ln>
            <a:noFill/>
          </a:ln>
          <a:effectLst>
            <a:innerShdw blurRad="254000" dist="101600" dir="2700000">
              <a:schemeClr val="accent1">
                <a:lumMod val="60000"/>
                <a:lumOff val="40000"/>
                <a:alpha val="4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AA7AB09-557C-41AD-9113-FF9F68FA1035}"/>
              </a:ext>
            </a:extLst>
          </p:cNvPr>
          <p:cNvSpPr/>
          <p:nvPr/>
        </p:nvSpPr>
        <p:spPr>
          <a:xfrm rot="8100000">
            <a:off x="626845" y="828962"/>
            <a:ext cx="540000" cy="1080000"/>
          </a:xfrm>
          <a:prstGeom prst="ellipse">
            <a:avLst/>
          </a:prstGeom>
          <a:gradFill>
            <a:gsLst>
              <a:gs pos="100000">
                <a:schemeClr val="bg2">
                  <a:lumMod val="90000"/>
                  <a:lumOff val="10000"/>
                </a:schemeClr>
              </a:gs>
              <a:gs pos="50000">
                <a:schemeClr val="bg2">
                  <a:lumMod val="95000"/>
                  <a:lumOff val="5000"/>
                </a:schemeClr>
              </a:gs>
            </a:gsLst>
            <a:lin ang="5400000" scaled="0"/>
          </a:gra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F99ECAA-1F11-4937-BBA6-51935AB44C9D}"/>
              </a:ext>
            </a:extLst>
          </p:cNvPr>
          <p:cNvSpPr>
            <a:spLocks noChangeAspect="1"/>
          </p:cNvSpPr>
          <p:nvPr/>
        </p:nvSpPr>
        <p:spPr>
          <a:xfrm>
            <a:off x="1800802" y="247285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9DE9FAB-6BBA-4CFE-B67D-77B47F01ECA4}"/>
              </a:ext>
            </a:extLst>
          </p:cNvPr>
          <p:cNvGrpSpPr/>
          <p:nvPr/>
        </p:nvGrpSpPr>
        <p:grpSpPr>
          <a:xfrm>
            <a:off x="1329952" y="4524379"/>
            <a:ext cx="1980001" cy="1363916"/>
            <a:chOff x="4879602" y="3781429"/>
            <a:chExt cx="1980001" cy="1363916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9FAC916-D9BB-4794-81B4-7C47C67E850D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5005634" y="4191206"/>
              <a:ext cx="1853969" cy="926985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254000" dist="50800" dir="16200000">
                <a:schemeClr val="accent1">
                  <a:lumMod val="40000"/>
                  <a:lumOff val="6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B5CA2231-7A65-4D16-8400-A210CC41DB73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4957101" y="4052255"/>
              <a:ext cx="1853969" cy="1093090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40000"/>
              </a:schemeClr>
            </a:solidFill>
            <a:ln>
              <a:noFill/>
            </a:ln>
            <a:effectLst>
              <a:softEdge rad="1905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B089C8C-B82B-4704-88E2-E857A5E21529}"/>
                </a:ext>
              </a:extLst>
            </p:cNvPr>
            <p:cNvSpPr/>
            <p:nvPr/>
          </p:nvSpPr>
          <p:spPr>
            <a:xfrm rot="13500000" flipV="1">
              <a:off x="6040374" y="3601683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34B90C8-5B4D-456E-AD99-80EF748FDD72}"/>
                </a:ext>
              </a:extLst>
            </p:cNvPr>
            <p:cNvSpPr/>
            <p:nvPr/>
          </p:nvSpPr>
          <p:spPr>
            <a:xfrm rot="13500000" flipV="1">
              <a:off x="5059348" y="4582709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904778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BDBC526-6DCD-4FF6-8395-D8C22E46E527}"/>
              </a:ext>
            </a:extLst>
          </p:cNvPr>
          <p:cNvGrpSpPr/>
          <p:nvPr/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2ECB475-568C-47AC-B16D-2E202DEB2DE0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80D8764-525A-441E-B58F-068E82F09714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1196109-6F2B-4738-B2FC-2CCC753AABD4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7E468C2-69B8-470B-85E3-801A3CB1D7E2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1A4B040-51E3-4DA0-B21D-EEE173E75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549275"/>
            <a:ext cx="11091600" cy="1332000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2CD90-429B-4A55-B6C8-DD6CE6994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863" y="2113199"/>
            <a:ext cx="11090274" cy="3979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EE704-5DCA-484E-85E0-0E3A7B1C5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8C025-CD7A-4966-867E-81CF82B15267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69B66-1C18-44A2-93F7-97DED26F2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4B5A0-66FA-433A-8DC5-C097C63B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0693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4644CBB8-40B8-42F8-9172-07A476341DDA}"/>
              </a:ext>
            </a:extLst>
          </p:cNvPr>
          <p:cNvGrpSpPr/>
          <p:nvPr/>
        </p:nvGrpSpPr>
        <p:grpSpPr>
          <a:xfrm>
            <a:off x="356481" y="879007"/>
            <a:ext cx="734257" cy="760506"/>
            <a:chOff x="5243759" y="1363788"/>
            <a:chExt cx="734257" cy="760506"/>
          </a:xfrm>
        </p:grpSpPr>
        <p:sp>
          <p:nvSpPr>
            <p:cNvPr id="49" name="Freeform 5">
              <a:extLst>
                <a:ext uri="{FF2B5EF4-FFF2-40B4-BE49-F238E27FC236}">
                  <a16:creationId xmlns:a16="http://schemas.microsoft.com/office/drawing/2014/main" id="{35CE073E-302A-4AA7-98C7-8667DDDCFA18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 6">
              <a:extLst>
                <a:ext uri="{FF2B5EF4-FFF2-40B4-BE49-F238E27FC236}">
                  <a16:creationId xmlns:a16="http://schemas.microsoft.com/office/drawing/2014/main" id="{4FD1AE2F-DD70-4E93-B905-E052A23F0B1C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1" name="Freeform 8">
              <a:extLst>
                <a:ext uri="{FF2B5EF4-FFF2-40B4-BE49-F238E27FC236}">
                  <a16:creationId xmlns:a16="http://schemas.microsoft.com/office/drawing/2014/main" id="{E8D529E5-8838-47F0-98A4-2D46F11E499C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5DA2564-D3DB-48AD-83F0-6CC6B5743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563" y="474345"/>
            <a:ext cx="11077574" cy="2954655"/>
          </a:xfrm>
        </p:spPr>
        <p:txBody>
          <a:bodyPr vert="horz" wrap="square" lIns="0" tIns="0" rIns="0" bIns="0" rtlCol="0" anchor="b" anchorCtr="0">
            <a:normAutofit/>
          </a:bodyPr>
          <a:lstStyle>
            <a:lvl1pPr>
              <a:defRPr lang="en-US" sz="640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403DDF-462A-45CE-931B-010AB4F7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09929-0719-4517-94D6-FDF7F99E70F6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E10702-2ACF-4768-9E91-8CB87B895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DFA722-391E-4FCF-8E15-0D7E2EC02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EEA752-36DA-440B-8747-0EB2914080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6271" y="3629772"/>
            <a:ext cx="11074866" cy="2678953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2400">
                <a:solidFill>
                  <a:schemeClr val="tx1">
                    <a:alpha val="8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0BCC02B0-8581-4752-B7BC-3CE1EF17B9F7}"/>
              </a:ext>
            </a:extLst>
          </p:cNvPr>
          <p:cNvSpPr>
            <a:spLocks noChangeAspect="1"/>
          </p:cNvSpPr>
          <p:nvPr/>
        </p:nvSpPr>
        <p:spPr>
          <a:xfrm rot="18900000">
            <a:off x="11209132" y="4448189"/>
            <a:ext cx="999200" cy="1262947"/>
          </a:xfrm>
          <a:custGeom>
            <a:avLst/>
            <a:gdLst>
              <a:gd name="connsiteX0" fmla="*/ 540000 w 999200"/>
              <a:gd name="connsiteY0" fmla="*/ 0 h 1262947"/>
              <a:gd name="connsiteX1" fmla="*/ 999200 w 999200"/>
              <a:gd name="connsiteY1" fmla="*/ 815317 h 1262947"/>
              <a:gd name="connsiteX2" fmla="*/ 552185 w 999200"/>
              <a:gd name="connsiteY2" fmla="*/ 1262333 h 1262947"/>
              <a:gd name="connsiteX3" fmla="*/ 540000 w 999200"/>
              <a:gd name="connsiteY3" fmla="*/ 1262947 h 1262947"/>
              <a:gd name="connsiteX4" fmla="*/ 0 w 999200"/>
              <a:gd name="connsiteY4" fmla="*/ 992947 h 1262947"/>
              <a:gd name="connsiteX5" fmla="*/ 10971 w 999200"/>
              <a:gd name="connsiteY5" fmla="*/ 938533 h 1262947"/>
              <a:gd name="connsiteX6" fmla="*/ 15626 w 999200"/>
              <a:gd name="connsiteY6" fmla="*/ 931034 h 126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99200" h="1262947">
                <a:moveTo>
                  <a:pt x="540000" y="0"/>
                </a:moveTo>
                <a:lnTo>
                  <a:pt x="999200" y="815317"/>
                </a:lnTo>
                <a:lnTo>
                  <a:pt x="552185" y="1262333"/>
                </a:lnTo>
                <a:lnTo>
                  <a:pt x="540000" y="1262947"/>
                </a:lnTo>
                <a:cubicBezTo>
                  <a:pt x="241766" y="1262947"/>
                  <a:pt x="0" y="1142064"/>
                  <a:pt x="0" y="992947"/>
                </a:cubicBezTo>
                <a:cubicBezTo>
                  <a:pt x="0" y="974307"/>
                  <a:pt x="3778" y="956109"/>
                  <a:pt x="10971" y="938533"/>
                </a:cubicBezTo>
                <a:lnTo>
                  <a:pt x="15626" y="931034"/>
                </a:lnTo>
                <a:close/>
              </a:path>
            </a:pathLst>
          </a:custGeom>
          <a:gradFill>
            <a:gsLst>
              <a:gs pos="60000">
                <a:schemeClr val="bg2">
                  <a:lumMod val="90000"/>
                  <a:lumOff val="10000"/>
                </a:schemeClr>
              </a:gs>
              <a:gs pos="30000">
                <a:schemeClr val="bg2">
                  <a:lumMod val="90000"/>
                  <a:lumOff val="10000"/>
                </a:schemeClr>
              </a:gs>
              <a:gs pos="40000">
                <a:schemeClr val="bg2">
                  <a:lumMod val="75000"/>
                  <a:lumOff val="25000"/>
                </a:schemeClr>
              </a:gs>
              <a:gs pos="100000">
                <a:schemeClr val="bg2"/>
              </a:gs>
            </a:gsLst>
            <a:lin ang="10200000" scaled="0"/>
          </a:gradFill>
          <a:ln>
            <a:noFill/>
          </a:ln>
          <a:effectLst>
            <a:innerShdw blurRad="254000" dist="101600" dir="4200000">
              <a:schemeClr val="accent1">
                <a:lumMod val="60000"/>
                <a:lumOff val="40000"/>
                <a:alpha val="4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A0FF4DB-8180-4D26-AEAE-7ECDB670F71D}"/>
              </a:ext>
            </a:extLst>
          </p:cNvPr>
          <p:cNvSpPr/>
          <p:nvPr/>
        </p:nvSpPr>
        <p:spPr>
          <a:xfrm rot="2700000">
            <a:off x="11686937" y="4853516"/>
            <a:ext cx="540000" cy="978284"/>
          </a:xfrm>
          <a:custGeom>
            <a:avLst/>
            <a:gdLst>
              <a:gd name="connsiteX0" fmla="*/ 113288 w 540000"/>
              <a:gd name="connsiteY0" fmla="*/ 0 h 978284"/>
              <a:gd name="connsiteX1" fmla="*/ 539386 w 540000"/>
              <a:gd name="connsiteY1" fmla="*/ 426099 h 978284"/>
              <a:gd name="connsiteX2" fmla="*/ 540000 w 540000"/>
              <a:gd name="connsiteY2" fmla="*/ 438284 h 978284"/>
              <a:gd name="connsiteX3" fmla="*/ 270000 w 540000"/>
              <a:gd name="connsiteY3" fmla="*/ 978284 h 978284"/>
              <a:gd name="connsiteX4" fmla="*/ 0 w 540000"/>
              <a:gd name="connsiteY4" fmla="*/ 438284 h 978284"/>
              <a:gd name="connsiteX5" fmla="*/ 79081 w 540000"/>
              <a:gd name="connsiteY5" fmla="*/ 56446 h 978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0000" h="978284">
                <a:moveTo>
                  <a:pt x="113288" y="0"/>
                </a:moveTo>
                <a:lnTo>
                  <a:pt x="539386" y="426099"/>
                </a:lnTo>
                <a:lnTo>
                  <a:pt x="540000" y="438284"/>
                </a:lnTo>
                <a:cubicBezTo>
                  <a:pt x="540000" y="736518"/>
                  <a:pt x="419117" y="978284"/>
                  <a:pt x="270000" y="978284"/>
                </a:cubicBezTo>
                <a:cubicBezTo>
                  <a:pt x="120883" y="978284"/>
                  <a:pt x="0" y="736518"/>
                  <a:pt x="0" y="438284"/>
                </a:cubicBezTo>
                <a:cubicBezTo>
                  <a:pt x="0" y="289167"/>
                  <a:pt x="30220" y="154167"/>
                  <a:pt x="79081" y="56446"/>
                </a:cubicBezTo>
                <a:close/>
              </a:path>
            </a:pathLst>
          </a:custGeom>
          <a:solidFill>
            <a:schemeClr val="bg2">
              <a:lumMod val="90000"/>
              <a:lumOff val="10000"/>
            </a:schemeClr>
          </a:soli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561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>
            <a:extLst>
              <a:ext uri="{FF2B5EF4-FFF2-40B4-BE49-F238E27FC236}">
                <a16:creationId xmlns:a16="http://schemas.microsoft.com/office/drawing/2014/main" id="{94729CA3-91C4-4A89-9448-A2F0E409177A}"/>
              </a:ext>
            </a:extLst>
          </p:cNvPr>
          <p:cNvSpPr>
            <a:spLocks noChangeAspect="1"/>
          </p:cNvSpPr>
          <p:nvPr/>
        </p:nvSpPr>
        <p:spPr>
          <a:xfrm>
            <a:off x="11069864" y="33337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68347B7-45FA-4A01-924D-DC385B720B3E}"/>
              </a:ext>
            </a:extLst>
          </p:cNvPr>
          <p:cNvGrpSpPr/>
          <p:nvPr/>
        </p:nvGrpSpPr>
        <p:grpSpPr>
          <a:xfrm>
            <a:off x="331786" y="5528198"/>
            <a:ext cx="631474" cy="667800"/>
            <a:chOff x="2994153" y="1378666"/>
            <a:chExt cx="631474" cy="667800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1167DA1-25D1-4E60-A62E-42B6F56A96E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3039890" y="1332929"/>
              <a:ext cx="540000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B7B7215-A661-477E-91D0-CDBE5564D2B9}"/>
                </a:ext>
              </a:extLst>
            </p:cNvPr>
            <p:cNvSpPr/>
            <p:nvPr/>
          </p:nvSpPr>
          <p:spPr>
            <a:xfrm rot="8100000">
              <a:off x="3047090" y="1506466"/>
              <a:ext cx="270000" cy="54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978E540-142B-4A82-9C3F-E61BC190A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9275"/>
            <a:ext cx="11090274" cy="13320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6BF36-D4F5-4363-B440-BDAE50BBD4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0862" y="2097175"/>
            <a:ext cx="5435600" cy="39956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362910-87AA-4E67-992D-8D4822FD89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5538" y="2097175"/>
            <a:ext cx="5435600" cy="39956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99A8AF-0998-4613-B1D8-C14ECBFFD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95673-5512-4AAA-9AEB-E00C61EC65D5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E44EAA-B8A9-4428-A9DF-1174DA940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E5C381-C899-4BF9-B584-2D78074D1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8369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FD65A50E-2F73-4426-8586-9731AFA2D2E0}"/>
              </a:ext>
            </a:extLst>
          </p:cNvPr>
          <p:cNvSpPr>
            <a:spLocks noChangeAspect="1"/>
          </p:cNvSpPr>
          <p:nvPr/>
        </p:nvSpPr>
        <p:spPr>
          <a:xfrm>
            <a:off x="11091612" y="5893466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89C080-4102-49AE-BDA9-59A4A67E2486}"/>
              </a:ext>
            </a:extLst>
          </p:cNvPr>
          <p:cNvSpPr/>
          <p:nvPr/>
        </p:nvSpPr>
        <p:spPr>
          <a:xfrm>
            <a:off x="11451612" y="5827878"/>
            <a:ext cx="379049" cy="360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E62014-F04C-495A-964E-6B888D49CD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549275"/>
            <a:ext cx="11097551" cy="1332000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sz="320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5DF027-E633-44EE-ACA0-C205930AA9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4" y="1881275"/>
            <a:ext cx="5437186" cy="535354"/>
          </a:xfrm>
        </p:spPr>
        <p:txBody>
          <a:bodyPr anchor="b">
            <a:normAutofit/>
          </a:bodyPr>
          <a:lstStyle>
            <a:lvl1pPr marL="0" indent="0">
              <a:buNone/>
              <a:defRPr sz="1400" b="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A4F363-FEEF-4CD2-A18E-17AE8D4851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3" y="2577270"/>
            <a:ext cx="5429114" cy="3515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E50F8C-4D64-40FD-AE8C-6A1F3C2A84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12024" y="1881275"/>
            <a:ext cx="5436392" cy="535354"/>
          </a:xfrm>
        </p:spPr>
        <p:txBody>
          <a:bodyPr vert="horz" wrap="square" lIns="0" tIns="0" rIns="0" bIns="0" rtlCol="0" anchor="b">
            <a:normAutofit/>
          </a:bodyPr>
          <a:lstStyle>
            <a:lvl1pPr>
              <a:defRPr lang="en-US" sz="1400" b="0" cap="all" spc="200" baseline="0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AC943E-DB2B-40E0-907F-8EA1404791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12023" y="2577270"/>
            <a:ext cx="5436391" cy="3515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CDCD5B-3F26-4AFA-8BD4-E5D8DD2AF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138FA-2E87-4873-8BBA-13E447C9A99A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10D1EE-83A0-4FB5-9B25-8A73DE891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031C35-2E5B-491D-85ED-DB42A4FE1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104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053C-0E9C-4159-B7C9-6AB743439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9149" y="550799"/>
            <a:ext cx="8283313" cy="5542025"/>
          </a:xfrm>
        </p:spPr>
        <p:txBody>
          <a:bodyPr vert="horz" wrap="square" lIns="0" tIns="0" rIns="0" bIns="0" rtlCol="0" anchor="ctr" anchorCtr="0">
            <a:normAutofit/>
          </a:bodyPr>
          <a:lstStyle>
            <a:lvl1pPr>
              <a:defRPr lang="en-US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F51F65-E111-4656-83BE-CFCDE2DD6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BB40A-97BD-4BFB-B639-0BFF95FDE8B7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FF82CB-2D17-4918-821E-485475CF2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66589D-A056-4817-AE15-39D87FE13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89F067-39E1-4757-BC11-6169A343F2E1}"/>
              </a:ext>
            </a:extLst>
          </p:cNvPr>
          <p:cNvSpPr>
            <a:spLocks noChangeAspect="1"/>
          </p:cNvSpPr>
          <p:nvPr/>
        </p:nvSpPr>
        <p:spPr>
          <a:xfrm rot="18900000" flipV="1">
            <a:off x="-410727" y="3958416"/>
            <a:ext cx="3536330" cy="1853969"/>
          </a:xfrm>
          <a:custGeom>
            <a:avLst/>
            <a:gdLst>
              <a:gd name="connsiteX0" fmla="*/ 3536330 w 3536330"/>
              <a:gd name="connsiteY0" fmla="*/ 1853969 h 1853969"/>
              <a:gd name="connsiteX1" fmla="*/ 1682362 w 3536330"/>
              <a:gd name="connsiteY1" fmla="*/ 0 h 1853969"/>
              <a:gd name="connsiteX2" fmla="*/ 52157 w 3536330"/>
              <a:gd name="connsiteY2" fmla="*/ 970257 h 1853969"/>
              <a:gd name="connsiteX3" fmla="*/ 0 w 3536330"/>
              <a:gd name="connsiteY3" fmla="*/ 1078528 h 1853969"/>
              <a:gd name="connsiteX4" fmla="*/ 757215 w 3536330"/>
              <a:gd name="connsiteY4" fmla="*/ 1835743 h 1853969"/>
              <a:gd name="connsiteX5" fmla="*/ 774211 w 3536330"/>
              <a:gd name="connsiteY5" fmla="*/ 1667149 h 1853969"/>
              <a:gd name="connsiteX6" fmla="*/ 1682362 w 3536330"/>
              <a:gd name="connsiteY6" fmla="*/ 926985 h 1853969"/>
              <a:gd name="connsiteX7" fmla="*/ 2609345 w 3536330"/>
              <a:gd name="connsiteY7" fmla="*/ 1853969 h 18539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536330" h="1853969">
                <a:moveTo>
                  <a:pt x="3536330" y="1853969"/>
                </a:moveTo>
                <a:cubicBezTo>
                  <a:pt x="3536330" y="830051"/>
                  <a:pt x="2706280" y="0"/>
                  <a:pt x="1682362" y="0"/>
                </a:cubicBezTo>
                <a:cubicBezTo>
                  <a:pt x="978418" y="0"/>
                  <a:pt x="366107" y="392328"/>
                  <a:pt x="52157" y="970257"/>
                </a:cubicBezTo>
                <a:lnTo>
                  <a:pt x="0" y="1078528"/>
                </a:lnTo>
                <a:lnTo>
                  <a:pt x="757215" y="1835743"/>
                </a:lnTo>
                <a:lnTo>
                  <a:pt x="774211" y="1667149"/>
                </a:lnTo>
                <a:cubicBezTo>
                  <a:pt x="860649" y="1244739"/>
                  <a:pt x="1234397" y="926985"/>
                  <a:pt x="1682362" y="926985"/>
                </a:cubicBezTo>
                <a:cubicBezTo>
                  <a:pt x="2194320" y="926985"/>
                  <a:pt x="2609345" y="1342010"/>
                  <a:pt x="2609345" y="1853969"/>
                </a:cubicBezTo>
                <a:close/>
              </a:path>
            </a:pathLst>
          </a:custGeom>
          <a:gradFill flip="none" rotWithShape="1">
            <a:gsLst>
              <a:gs pos="97000">
                <a:schemeClr val="bg2"/>
              </a:gs>
              <a:gs pos="31000">
                <a:schemeClr val="bg2">
                  <a:lumMod val="90000"/>
                  <a:lumOff val="10000"/>
                </a:schemeClr>
              </a:gs>
            </a:gsLst>
            <a:lin ang="15000000" scaled="0"/>
            <a:tileRect/>
          </a:gradFill>
          <a:ln>
            <a:noFill/>
          </a:ln>
          <a:effectLst>
            <a:innerShdw blurRad="355600" dist="101600" dir="16200000">
              <a:schemeClr val="accent1">
                <a:lumMod val="60000"/>
                <a:lumOff val="40000"/>
                <a:alpha val="8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DD231011-607F-42F1-B2D9-2BA8E91CC6AF}"/>
              </a:ext>
            </a:extLst>
          </p:cNvPr>
          <p:cNvSpPr>
            <a:spLocks noChangeAspect="1"/>
          </p:cNvSpPr>
          <p:nvPr/>
        </p:nvSpPr>
        <p:spPr>
          <a:xfrm rot="18900000" flipV="1">
            <a:off x="-481151" y="3649708"/>
            <a:ext cx="3478701" cy="2164843"/>
          </a:xfrm>
          <a:custGeom>
            <a:avLst/>
            <a:gdLst>
              <a:gd name="connsiteX0" fmla="*/ 3478701 w 3478701"/>
              <a:gd name="connsiteY0" fmla="*/ 2164843 h 2164843"/>
              <a:gd name="connsiteX1" fmla="*/ 1624733 w 3478701"/>
              <a:gd name="connsiteY1" fmla="*/ 0 h 2164843"/>
              <a:gd name="connsiteX2" fmla="*/ 87393 w 3478701"/>
              <a:gd name="connsiteY2" fmla="*/ 954459 h 2164843"/>
              <a:gd name="connsiteX3" fmla="*/ 0 w 3478701"/>
              <a:gd name="connsiteY3" fmla="*/ 1122434 h 2164843"/>
              <a:gd name="connsiteX4" fmla="*/ 736015 w 3478701"/>
              <a:gd name="connsiteY4" fmla="*/ 1858449 h 2164843"/>
              <a:gd name="connsiteX5" fmla="*/ 739424 w 3478701"/>
              <a:gd name="connsiteY5" fmla="*/ 1842964 h 2164843"/>
              <a:gd name="connsiteX6" fmla="*/ 1624733 w 3478701"/>
              <a:gd name="connsiteY6" fmla="*/ 1082422 h 2164843"/>
              <a:gd name="connsiteX7" fmla="*/ 2551716 w 3478701"/>
              <a:gd name="connsiteY7" fmla="*/ 2164843 h 2164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78701" h="2164843">
                <a:moveTo>
                  <a:pt x="3478701" y="2164843"/>
                </a:moveTo>
                <a:cubicBezTo>
                  <a:pt x="3478701" y="969234"/>
                  <a:pt x="2648651" y="0"/>
                  <a:pt x="1624733" y="0"/>
                </a:cubicBezTo>
                <a:cubicBezTo>
                  <a:pt x="984784" y="0"/>
                  <a:pt x="420564" y="378607"/>
                  <a:pt x="87393" y="954459"/>
                </a:cubicBezTo>
                <a:lnTo>
                  <a:pt x="0" y="1122434"/>
                </a:lnTo>
                <a:lnTo>
                  <a:pt x="736015" y="1858449"/>
                </a:lnTo>
                <a:lnTo>
                  <a:pt x="739424" y="1842964"/>
                </a:lnTo>
                <a:cubicBezTo>
                  <a:pt x="856791" y="1402344"/>
                  <a:pt x="1208766" y="1082422"/>
                  <a:pt x="1624733" y="1082422"/>
                </a:cubicBezTo>
                <a:cubicBezTo>
                  <a:pt x="2136692" y="1082422"/>
                  <a:pt x="2551716" y="1567038"/>
                  <a:pt x="2551716" y="2164843"/>
                </a:cubicBezTo>
                <a:close/>
              </a:path>
            </a:pathLst>
          </a:custGeom>
          <a:solidFill>
            <a:schemeClr val="bg2">
              <a:lumMod val="50000"/>
              <a:lumOff val="50000"/>
              <a:alpha val="40000"/>
            </a:schemeClr>
          </a:solidFill>
          <a:ln>
            <a:noFill/>
          </a:ln>
          <a:effectLst>
            <a:softEdge rad="381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C472EFA-56B5-4A41-8D4B-E9F37727F34D}"/>
              </a:ext>
            </a:extLst>
          </p:cNvPr>
          <p:cNvSpPr/>
          <p:nvPr/>
        </p:nvSpPr>
        <p:spPr>
          <a:xfrm rot="13500000" flipV="1">
            <a:off x="1512277" y="2840042"/>
            <a:ext cx="214196" cy="933178"/>
          </a:xfrm>
          <a:prstGeom prst="ellipse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33781B6C-21AD-489D-A3CB-522BB2AC543F}"/>
              </a:ext>
            </a:extLst>
          </p:cNvPr>
          <p:cNvSpPr>
            <a:spLocks noChangeAspect="1"/>
          </p:cNvSpPr>
          <p:nvPr/>
        </p:nvSpPr>
        <p:spPr>
          <a:xfrm>
            <a:off x="1780661" y="385236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1AD5B80-530E-44CD-8D4A-2796FB214CBF}"/>
              </a:ext>
            </a:extLst>
          </p:cNvPr>
          <p:cNvGrpSpPr/>
          <p:nvPr/>
        </p:nvGrpSpPr>
        <p:grpSpPr>
          <a:xfrm>
            <a:off x="623181" y="1514007"/>
            <a:ext cx="734257" cy="760506"/>
            <a:chOff x="5243759" y="1363788"/>
            <a:chExt cx="734257" cy="760506"/>
          </a:xfrm>
        </p:grpSpPr>
        <p:sp>
          <p:nvSpPr>
            <p:cNvPr id="52" name="Freeform 5">
              <a:extLst>
                <a:ext uri="{FF2B5EF4-FFF2-40B4-BE49-F238E27FC236}">
                  <a16:creationId xmlns:a16="http://schemas.microsoft.com/office/drawing/2014/main" id="{2F746AA8-9050-4515-9B17-BC850368529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3" name="Freeform 6">
              <a:extLst>
                <a:ext uri="{FF2B5EF4-FFF2-40B4-BE49-F238E27FC236}">
                  <a16:creationId xmlns:a16="http://schemas.microsoft.com/office/drawing/2014/main" id="{23EC1AC3-1698-46D5-80B7-F22F15E1A5E4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4" name="Freeform 8">
              <a:extLst>
                <a:ext uri="{FF2B5EF4-FFF2-40B4-BE49-F238E27FC236}">
                  <a16:creationId xmlns:a16="http://schemas.microsoft.com/office/drawing/2014/main" id="{73766156-553C-46EB-93FA-4F37CC0FF5CF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240791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81B449-7B97-41DC-B23F-65EDCBD31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9E0E3-ECF6-4CFE-8698-AEFEBCECC3C0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6B46D5-337B-4906-8412-4EEA3884F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6F230-C9A7-407A-B923-873839C8D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7075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778B0BE9-88B0-4883-9BA9-CD594C400EC1}"/>
              </a:ext>
            </a:extLst>
          </p:cNvPr>
          <p:cNvGrpSpPr/>
          <p:nvPr/>
        </p:nvGrpSpPr>
        <p:grpSpPr>
          <a:xfrm>
            <a:off x="4949631" y="5111861"/>
            <a:ext cx="1262947" cy="1335600"/>
            <a:chOff x="2678417" y="2427951"/>
            <a:chExt cx="1262947" cy="1335600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59DCBF3-7AFA-4CD1-A918-BC6DDE674E6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2769891" y="2336477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6964A02-96E1-4654-9187-DDDE7409F75B}"/>
                </a:ext>
              </a:extLst>
            </p:cNvPr>
            <p:cNvSpPr/>
            <p:nvPr/>
          </p:nvSpPr>
          <p:spPr>
            <a:xfrm rot="8100000">
              <a:off x="2784291" y="26835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F3FF76C-A012-4CDA-8AE7-E94139557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9275"/>
            <a:ext cx="11090275" cy="984885"/>
          </a:xfr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A4C80-DC38-4641-924F-90D6078CF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5775" y="1750060"/>
            <a:ext cx="7345362" cy="4342765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C42771-D3A7-4072-85DC-B7C5E530E8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0863" y="1750060"/>
            <a:ext cx="3565525" cy="434276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D47AB1-6EB5-4E2C-B4A7-42DC643E9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462FC-960E-4740-921F-B36862979F21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A9D15F-B6ED-46E1-9840-0B625880E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AEB023-7A5E-4087-B75E-A38A80EE5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962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F98F1FBA-F8BB-42CF-8B3E-D19AAFEE96C1}"/>
              </a:ext>
            </a:extLst>
          </p:cNvPr>
          <p:cNvGrpSpPr/>
          <p:nvPr/>
        </p:nvGrpSpPr>
        <p:grpSpPr>
          <a:xfrm>
            <a:off x="334964" y="5115518"/>
            <a:ext cx="734257" cy="760506"/>
            <a:chOff x="5243759" y="1363788"/>
            <a:chExt cx="734257" cy="760506"/>
          </a:xfrm>
        </p:grpSpPr>
        <p:sp>
          <p:nvSpPr>
            <p:cNvPr id="18" name="Freeform 5">
              <a:extLst>
                <a:ext uri="{FF2B5EF4-FFF2-40B4-BE49-F238E27FC236}">
                  <a16:creationId xmlns:a16="http://schemas.microsoft.com/office/drawing/2014/main" id="{60EE09DD-C3DB-4266-BCC3-A765CFFBF37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6">
              <a:extLst>
                <a:ext uri="{FF2B5EF4-FFF2-40B4-BE49-F238E27FC236}">
                  <a16:creationId xmlns:a16="http://schemas.microsoft.com/office/drawing/2014/main" id="{5F301FE0-96DC-4EFB-BBEE-AED762C337C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3BEAD276-8850-4C0C-9777-8537000D522A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5EE0A0-B07E-479B-9684-4BD09FA43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75409"/>
            <a:ext cx="4500562" cy="984885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sz="320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1893A9-3462-4F51-83AE-5D2F124B98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267324" y="575409"/>
            <a:ext cx="6373813" cy="573331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A9240C-79C0-4A88-A476-725DE1B9C2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0863" y="1776195"/>
            <a:ext cx="4500562" cy="4532530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7D2D6F-49E8-4217-A908-2D9E43583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0BC9E2-CB44-4C05-9BB5-496C18A241E0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1C4440-6B8D-4A24-A807-8B1302A3D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CFE189-E20B-4108-B290-244424336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55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79361-B9A1-48F2-9473-23DE30E2D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503906"/>
            <a:ext cx="11090275" cy="1333057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986779-C2F3-447D-85F7-F6B0E2C97D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61572-1A59-4E3B-BA65-3329E9468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2EBD84-71F4-4271-8C46-0D47C0A9B12E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F84F1-99FE-4F0B-9E76-F581C2C1B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2D769-16B1-43C4-BF14-317553351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914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56583A-514F-4632-820D-E7EE236A46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73CBBB-7DDC-4437-8C7D-22A1C35202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C69EBF-DA20-4024-8006-B158D571E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E0CE1-F450-4107-B2CB-17B18F8A3F4A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BAC8B9-14B5-4DF1-994D-AB47DB3BA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76582-5F9B-4F5E-AAD5-D608CB68E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3564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028302-E866-455D-8898-536230275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50800"/>
            <a:ext cx="11090275" cy="1333057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94E72B-F0CF-4BC4-B509-A1C4508BE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3" y="2113862"/>
            <a:ext cx="11091600" cy="3978963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ACE49D-C22F-4540-AC09-E421D2A2ED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0863" y="6507212"/>
            <a:ext cx="2628900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9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246CB39B-5F4C-4A7E-9BE3-AAFD45576D16}" type="datetime2">
              <a:rPr lang="en-US" smtClean="0"/>
              <a:t>Sunday, March 15,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D5C3BE-317E-49E8-82B5-C8A7EC9C8A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59150" y="6507212"/>
            <a:ext cx="6379210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9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r>
              <a:rPr lang="en-US"/>
              <a:t>Sample Footer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574E12-6C16-431F-B2CE-E4B15916BA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48863" y="6507212"/>
            <a:ext cx="1692274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9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DBA1B0FB-D917-4C8C-928F-313BD683BF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1390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44" r:id="rId6"/>
    <p:sldLayoutId id="2147483740" r:id="rId7"/>
    <p:sldLayoutId id="2147483741" r:id="rId8"/>
    <p:sldLayoutId id="2147483742" r:id="rId9"/>
    <p:sldLayoutId id="2147483743" r:id="rId10"/>
    <p:sldLayoutId id="2147483745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kern="1200" dirty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spcAft>
          <a:spcPts val="800"/>
        </a:spcAft>
        <a:buFont typeface="Arial" panose="020B0604020202020204" pitchFamily="34" charset="0"/>
        <a:buChar char="•"/>
        <a:defRPr sz="20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4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4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4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4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michael.hooper@students.Plymouth.ac.uk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DB043B4-68C6-45B9-82AC-A5800EADB8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0A0985-9ECE-3E73-D95D-C7FFED5299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" t="4550" r="-7" b="7040"/>
          <a:stretch>
            <a:fillRect/>
          </a:stretch>
        </p:blipFill>
        <p:spPr>
          <a:xfrm>
            <a:off x="-1" y="0"/>
            <a:ext cx="12191980" cy="5990792"/>
          </a:xfrm>
          <a:custGeom>
            <a:avLst/>
            <a:gdLst/>
            <a:ahLst/>
            <a:cxnLst/>
            <a:rect l="l" t="t" r="r" b="b"/>
            <a:pathLst>
              <a:path w="12192000" h="4774564">
                <a:moveTo>
                  <a:pt x="0" y="0"/>
                </a:moveTo>
                <a:lnTo>
                  <a:pt x="12192000" y="0"/>
                </a:lnTo>
                <a:lnTo>
                  <a:pt x="12192000" y="4774564"/>
                </a:lnTo>
                <a:lnTo>
                  <a:pt x="0" y="4774564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6D66A4-6FEA-CE19-CB00-4059E5B847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28955" y="5990793"/>
            <a:ext cx="6573520" cy="867207"/>
          </a:xfrm>
        </p:spPr>
        <p:txBody>
          <a:bodyPr wrap="squar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GB" sz="1800" dirty="0"/>
              <a:t>Michael Hooper</a:t>
            </a:r>
            <a:br>
              <a:rPr lang="en-GB" sz="1800" dirty="0"/>
            </a:br>
            <a:r>
              <a:rPr lang="en-GB" sz="1800" dirty="0">
                <a:hlinkClick r:id="rId3"/>
              </a:rPr>
              <a:t>michael.hooper@students.Plymouth.ac.uk</a:t>
            </a:r>
            <a:br>
              <a:rPr lang="en-GB" sz="1800" dirty="0"/>
            </a:br>
            <a:r>
              <a:rPr lang="en-GB" sz="1800" dirty="0"/>
              <a:t>BSc (Hons) Computer Science (Games Development)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37EA23-6703-4C96-9EEB-A408CBDD6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773729"/>
            <a:ext cx="12192000" cy="1084271"/>
          </a:xfrm>
          <a:prstGeom prst="rect">
            <a:avLst/>
          </a:prstGeom>
          <a:gradFill flip="none" rotWithShape="1">
            <a:gsLst>
              <a:gs pos="100000">
                <a:schemeClr val="bg2">
                  <a:alpha val="60000"/>
                </a:schemeClr>
              </a:gs>
              <a:gs pos="40000">
                <a:schemeClr val="bg2">
                  <a:alpha val="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FFF2E3-AB4B-AFD4-0596-7A766066BD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2529" y="5990792"/>
            <a:ext cx="1659472" cy="8672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E86DEA-2F0A-1EF0-0B84-0240C8A1A3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2675" y="5882260"/>
            <a:ext cx="1084271" cy="10842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C5208E-FE56-C9A6-3684-094CEAB498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94" y="6064132"/>
            <a:ext cx="2346961" cy="72052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3778013-A7D2-D1A0-2F06-949B5D76E063}"/>
              </a:ext>
            </a:extLst>
          </p:cNvPr>
          <p:cNvSpPr/>
          <p:nvPr/>
        </p:nvSpPr>
        <p:spPr>
          <a:xfrm>
            <a:off x="1" y="-1"/>
            <a:ext cx="8703734" cy="999067"/>
          </a:xfrm>
          <a:prstGeom prst="rect">
            <a:avLst/>
          </a:prstGeom>
          <a:solidFill>
            <a:srgbClr val="000000">
              <a:alpha val="50196"/>
            </a:srgb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991C12-BB00-AD99-4E18-2D0D1468CE5A}"/>
              </a:ext>
            </a:extLst>
          </p:cNvPr>
          <p:cNvSpPr txBox="1"/>
          <p:nvPr/>
        </p:nvSpPr>
        <p:spPr>
          <a:xfrm>
            <a:off x="0" y="-1"/>
            <a:ext cx="87037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dirty="0">
                <a:latin typeface="Zain Fishing Hooks" panose="02000503000000000000" pitchFamily="2" charset="0"/>
              </a:rPr>
              <a:t>Hook Line and Slinger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E600F4-1615-1AC0-0AA6-84DD6422511C}"/>
              </a:ext>
            </a:extLst>
          </p:cNvPr>
          <p:cNvSpPr/>
          <p:nvPr/>
        </p:nvSpPr>
        <p:spPr>
          <a:xfrm>
            <a:off x="0" y="4549675"/>
            <a:ext cx="12192000" cy="1441116"/>
          </a:xfrm>
          <a:prstGeom prst="rect">
            <a:avLst/>
          </a:prstGeom>
          <a:solidFill>
            <a:srgbClr val="000000">
              <a:alpha val="50196"/>
            </a:srgbClr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3E92D2-E628-C402-8984-B005332B5029}"/>
              </a:ext>
            </a:extLst>
          </p:cNvPr>
          <p:cNvSpPr txBox="1"/>
          <p:nvPr/>
        </p:nvSpPr>
        <p:spPr>
          <a:xfrm>
            <a:off x="-43" y="4549677"/>
            <a:ext cx="12192022" cy="2308324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numCol="3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GB" dirty="0"/>
              <a:t>Hook, Line and Slinger is a 2d action platformer where you play as a fisherman and sushi chef trying to find the most exotic fish for his restaurant.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GB" dirty="0"/>
              <a:t>Swing through levels with your trusty grappling hook and collect new and unique types of bait to catch all kinds of fish.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GB" dirty="0"/>
              <a:t>Explore multiple environments before defeating challenging bosses, all while trying to improve your time.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4E5BBD9-5DDE-1870-CC3D-B30780B82737}"/>
              </a:ext>
            </a:extLst>
          </p:cNvPr>
          <p:cNvSpPr/>
          <p:nvPr/>
        </p:nvSpPr>
        <p:spPr>
          <a:xfrm>
            <a:off x="8703734" y="0"/>
            <a:ext cx="3488266" cy="4549674"/>
          </a:xfrm>
          <a:prstGeom prst="rect">
            <a:avLst/>
          </a:prstGeom>
          <a:solidFill>
            <a:srgbClr val="00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2DF85C-9C61-0239-6B97-C4077AFFDAB8}"/>
              </a:ext>
            </a:extLst>
          </p:cNvPr>
          <p:cNvSpPr txBox="1"/>
          <p:nvPr/>
        </p:nvSpPr>
        <p:spPr>
          <a:xfrm>
            <a:off x="8703702" y="-2"/>
            <a:ext cx="34882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Different kinds of bait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8E494BB-99B3-D7D3-211B-7CFC598077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6480" y="762350"/>
            <a:ext cx="3162741" cy="348663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39B6A7C5-074E-6116-0E1E-52F8550D9050}"/>
              </a:ext>
            </a:extLst>
          </p:cNvPr>
          <p:cNvSpPr txBox="1"/>
          <p:nvPr/>
        </p:nvSpPr>
        <p:spPr>
          <a:xfrm>
            <a:off x="8920209" y="2167114"/>
            <a:ext cx="12990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Default bait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2D82602-1677-9075-0404-F7ECB155D6C1}"/>
              </a:ext>
            </a:extLst>
          </p:cNvPr>
          <p:cNvSpPr txBox="1"/>
          <p:nvPr/>
        </p:nvSpPr>
        <p:spPr>
          <a:xfrm>
            <a:off x="10647409" y="2167114"/>
            <a:ext cx="12990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Worm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07B1EC-6810-020A-CC89-45AD39758470}"/>
              </a:ext>
            </a:extLst>
          </p:cNvPr>
          <p:cNvSpPr txBox="1"/>
          <p:nvPr/>
        </p:nvSpPr>
        <p:spPr>
          <a:xfrm>
            <a:off x="8920208" y="3940227"/>
            <a:ext cx="12990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dirty="0"/>
              <a:t>Heavy ground bait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8FE812A-8DF6-BA91-9302-E6ACBD61DB05}"/>
              </a:ext>
            </a:extLst>
          </p:cNvPr>
          <p:cNvSpPr txBox="1"/>
          <p:nvPr/>
        </p:nvSpPr>
        <p:spPr>
          <a:xfrm>
            <a:off x="10647409" y="3940227"/>
            <a:ext cx="12990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dirty="0"/>
              <a:t>Hook bait</a:t>
            </a:r>
          </a:p>
        </p:txBody>
      </p:sp>
    </p:spTree>
    <p:extLst>
      <p:ext uri="{BB962C8B-B14F-4D97-AF65-F5344CB8AC3E}">
        <p14:creationId xmlns:p14="http://schemas.microsoft.com/office/powerpoint/2010/main" val="3306501898"/>
      </p:ext>
    </p:extLst>
  </p:cSld>
  <p:clrMapOvr>
    <a:masterClrMapping/>
  </p:clrMapOvr>
</p:sld>
</file>

<file path=ppt/theme/theme1.xml><?xml version="1.0" encoding="utf-8"?>
<a:theme xmlns:a="http://schemas.openxmlformats.org/drawingml/2006/main" name="3DFloatVTI">
  <a:themeElements>
    <a:clrScheme name="Float">
      <a:dk1>
        <a:sysClr val="windowText" lastClr="000000"/>
      </a:dk1>
      <a:lt1>
        <a:sysClr val="window" lastClr="FFFFFF"/>
      </a:lt1>
      <a:dk2>
        <a:srgbClr val="1B192E"/>
      </a:dk2>
      <a:lt2>
        <a:srgbClr val="EAE5EB"/>
      </a:lt2>
      <a:accent1>
        <a:srgbClr val="13BE89"/>
      </a:accent1>
      <a:accent2>
        <a:srgbClr val="12B1BF"/>
      </a:accent2>
      <a:accent3>
        <a:srgbClr val="D40AA8"/>
      </a:accent3>
      <a:accent4>
        <a:srgbClr val="B86E62"/>
      </a:accent4>
      <a:accent5>
        <a:srgbClr val="A3A3C1"/>
      </a:accent5>
      <a:accent6>
        <a:srgbClr val="37335B"/>
      </a:accent6>
      <a:hlink>
        <a:srgbClr val="0066FF"/>
      </a:hlink>
      <a:folHlink>
        <a:srgbClr val="666699"/>
      </a:folHlink>
    </a:clrScheme>
    <a:fontScheme name="Float">
      <a:majorFont>
        <a:latin typeface="Sitka Heading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3DFloatVTI" id="{F59BA300-ED19-4B39-9AE3-7882B1DE8B78}" vid="{0FEC63E3-719F-4F50-9F1E-5B8BAF39109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110</Words>
  <Application>Microsoft Office PowerPoint</Application>
  <PresentationFormat>Widescreen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Sitka Heading</vt:lpstr>
      <vt:lpstr>Source Sans Pro</vt:lpstr>
      <vt:lpstr>Zain Fishing Hooks</vt:lpstr>
      <vt:lpstr>3DFloatVTI</vt:lpstr>
      <vt:lpstr>Michael Hooper michael.hooper@students.Plymouth.ac.uk BSc (Hons) Computer Science (Games Development)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mikey hooper</dc:creator>
  <cp:lastModifiedBy>mikey hooper</cp:lastModifiedBy>
  <cp:revision>4</cp:revision>
  <dcterms:created xsi:type="dcterms:W3CDTF">2026-03-15T12:39:50Z</dcterms:created>
  <dcterms:modified xsi:type="dcterms:W3CDTF">2026-03-15T14:16:15Z</dcterms:modified>
</cp:coreProperties>
</file>