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1" r:id="rId1"/>
  </p:sldMasterIdLst>
  <p:notesMasterIdLst>
    <p:notesMasterId r:id="rId3"/>
  </p:notesMasterIdLst>
  <p:sldIdLst>
    <p:sldId id="256" r:id="rId2"/>
  </p:sldIdLst>
  <p:sldSz cx="12801600" cy="9601200" type="A3"/>
  <p:notesSz cx="6858000" cy="9144000"/>
  <p:defaultTextStyle>
    <a:defPPr>
      <a:defRPr lang="en-US"/>
    </a:defPPr>
    <a:lvl1pPr marL="0" algn="l" defTabSz="1075334" rtl="0" eaLnBrk="1" latinLnBrk="0" hangingPunct="1">
      <a:defRPr sz="2117" kern="1200">
        <a:solidFill>
          <a:schemeClr val="tx1"/>
        </a:solidFill>
        <a:latin typeface="+mn-lt"/>
        <a:ea typeface="+mn-ea"/>
        <a:cs typeface="+mn-cs"/>
      </a:defRPr>
    </a:lvl1pPr>
    <a:lvl2pPr marL="537667" algn="l" defTabSz="1075334" rtl="0" eaLnBrk="1" latinLnBrk="0" hangingPunct="1">
      <a:defRPr sz="2117" kern="1200">
        <a:solidFill>
          <a:schemeClr val="tx1"/>
        </a:solidFill>
        <a:latin typeface="+mn-lt"/>
        <a:ea typeface="+mn-ea"/>
        <a:cs typeface="+mn-cs"/>
      </a:defRPr>
    </a:lvl2pPr>
    <a:lvl3pPr marL="1075334" algn="l" defTabSz="1075334" rtl="0" eaLnBrk="1" latinLnBrk="0" hangingPunct="1">
      <a:defRPr sz="2117" kern="1200">
        <a:solidFill>
          <a:schemeClr val="tx1"/>
        </a:solidFill>
        <a:latin typeface="+mn-lt"/>
        <a:ea typeface="+mn-ea"/>
        <a:cs typeface="+mn-cs"/>
      </a:defRPr>
    </a:lvl3pPr>
    <a:lvl4pPr marL="1613002" algn="l" defTabSz="1075334" rtl="0" eaLnBrk="1" latinLnBrk="0" hangingPunct="1">
      <a:defRPr sz="2117" kern="1200">
        <a:solidFill>
          <a:schemeClr val="tx1"/>
        </a:solidFill>
        <a:latin typeface="+mn-lt"/>
        <a:ea typeface="+mn-ea"/>
        <a:cs typeface="+mn-cs"/>
      </a:defRPr>
    </a:lvl4pPr>
    <a:lvl5pPr marL="2150669" algn="l" defTabSz="1075334" rtl="0" eaLnBrk="1" latinLnBrk="0" hangingPunct="1">
      <a:defRPr sz="2117" kern="1200">
        <a:solidFill>
          <a:schemeClr val="tx1"/>
        </a:solidFill>
        <a:latin typeface="+mn-lt"/>
        <a:ea typeface="+mn-ea"/>
        <a:cs typeface="+mn-cs"/>
      </a:defRPr>
    </a:lvl5pPr>
    <a:lvl6pPr marL="2688336" algn="l" defTabSz="1075334" rtl="0" eaLnBrk="1" latinLnBrk="0" hangingPunct="1">
      <a:defRPr sz="2117" kern="1200">
        <a:solidFill>
          <a:schemeClr val="tx1"/>
        </a:solidFill>
        <a:latin typeface="+mn-lt"/>
        <a:ea typeface="+mn-ea"/>
        <a:cs typeface="+mn-cs"/>
      </a:defRPr>
    </a:lvl6pPr>
    <a:lvl7pPr marL="3226003" algn="l" defTabSz="1075334" rtl="0" eaLnBrk="1" latinLnBrk="0" hangingPunct="1">
      <a:defRPr sz="2117" kern="1200">
        <a:solidFill>
          <a:schemeClr val="tx1"/>
        </a:solidFill>
        <a:latin typeface="+mn-lt"/>
        <a:ea typeface="+mn-ea"/>
        <a:cs typeface="+mn-cs"/>
      </a:defRPr>
    </a:lvl7pPr>
    <a:lvl8pPr marL="3763670" algn="l" defTabSz="1075334" rtl="0" eaLnBrk="1" latinLnBrk="0" hangingPunct="1">
      <a:defRPr sz="2117" kern="1200">
        <a:solidFill>
          <a:schemeClr val="tx1"/>
        </a:solidFill>
        <a:latin typeface="+mn-lt"/>
        <a:ea typeface="+mn-ea"/>
        <a:cs typeface="+mn-cs"/>
      </a:defRPr>
    </a:lvl8pPr>
    <a:lvl9pPr marL="4301338" algn="l" defTabSz="1075334" rtl="0" eaLnBrk="1" latinLnBrk="0" hangingPunct="1">
      <a:defRPr sz="2117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65" d="100"/>
          <a:sy n="65" d="100"/>
        </p:scale>
        <p:origin x="119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CF48D3-D0BF-45C1-ADCB-12E0ED15E779}" type="datetimeFigureOut">
              <a:rPr lang="en-GB" smtClean="0"/>
              <a:t>18/04/2026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B1DD64-501C-40A6-8171-26AB7ADC5B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74897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75334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1pPr>
    <a:lvl2pPr marL="537667" algn="l" defTabSz="1075334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2pPr>
    <a:lvl3pPr marL="1075334" algn="l" defTabSz="1075334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3pPr>
    <a:lvl4pPr marL="1613002" algn="l" defTabSz="1075334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4pPr>
    <a:lvl5pPr marL="2150669" algn="l" defTabSz="1075334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5pPr>
    <a:lvl6pPr marL="2688336" algn="l" defTabSz="1075334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6pPr>
    <a:lvl7pPr marL="3226003" algn="l" defTabSz="1075334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7pPr>
    <a:lvl8pPr marL="3763670" algn="l" defTabSz="1075334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8pPr>
    <a:lvl9pPr marL="4301338" algn="l" defTabSz="1075334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B1DD64-501C-40A6-8171-26AB7ADC5B7E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21071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577394-0A20-4CF6-9066-CFC2C1C9D3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27107" y="545777"/>
            <a:ext cx="8696086" cy="4136517"/>
          </a:xfrm>
        </p:spPr>
        <p:txBody>
          <a:bodyPr anchor="t" anchorCtr="0">
            <a:normAutofit/>
          </a:bodyPr>
          <a:lstStyle>
            <a:lvl1pPr algn="l">
              <a:lnSpc>
                <a:spcPct val="100000"/>
              </a:lnSpc>
              <a:defRPr sz="6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10971F-8922-4B23-9C80-0643D7E350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27107" y="4951731"/>
            <a:ext cx="8696088" cy="3578224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2520">
                <a:solidFill>
                  <a:schemeClr val="tx1">
                    <a:alpha val="80000"/>
                  </a:schemeClr>
                </a:solidFill>
              </a:defRPr>
            </a:lvl1pPr>
            <a:lvl2pPr marL="480060" indent="0" algn="ctr">
              <a:buNone/>
              <a:defRPr sz="2100"/>
            </a:lvl2pPr>
            <a:lvl3pPr marL="960120" indent="0" algn="ctr">
              <a:buNone/>
              <a:defRPr sz="1890"/>
            </a:lvl3pPr>
            <a:lvl4pPr marL="1440180" indent="0" algn="ctr">
              <a:buNone/>
              <a:defRPr sz="1680"/>
            </a:lvl4pPr>
            <a:lvl5pPr marL="1920240" indent="0" algn="ctr">
              <a:buNone/>
              <a:defRPr sz="1680"/>
            </a:lvl5pPr>
            <a:lvl6pPr marL="2400300" indent="0" algn="ctr">
              <a:buNone/>
              <a:defRPr sz="1680"/>
            </a:lvl6pPr>
            <a:lvl7pPr marL="2880360" indent="0" algn="ctr">
              <a:buNone/>
              <a:defRPr sz="1680"/>
            </a:lvl7pPr>
            <a:lvl8pPr marL="3360420" indent="0" algn="ctr">
              <a:buNone/>
              <a:defRPr sz="1680"/>
            </a:lvl8pPr>
            <a:lvl9pPr marL="3840480" indent="0" algn="ctr">
              <a:buNone/>
              <a:defRPr sz="168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1BC074-1090-47AF-BDE8-3859BF574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EA7947-E287-4738-8C82-07CE4F01EF03}" type="datetime2">
              <a:rPr lang="en-US" smtClean="0"/>
              <a:t>Saturday, April 18, 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D6522F-D41A-4734-8BD1-BD6E5A37D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4D4206-406C-42A3-BBD4-44C043180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82184FF4-7029-4ED7-813A-192E60608764}"/>
              </a:ext>
            </a:extLst>
          </p:cNvPr>
          <p:cNvSpPr>
            <a:spLocks noChangeAspect="1"/>
          </p:cNvSpPr>
          <p:nvPr/>
        </p:nvSpPr>
        <p:spPr>
          <a:xfrm rot="2700000">
            <a:off x="454067" y="895660"/>
            <a:ext cx="1512000" cy="1326094"/>
          </a:xfrm>
          <a:custGeom>
            <a:avLst/>
            <a:gdLst>
              <a:gd name="connsiteX0" fmla="*/ 540000 w 1080000"/>
              <a:gd name="connsiteY0" fmla="*/ 0 h 1262947"/>
              <a:gd name="connsiteX1" fmla="*/ 1080000 w 1080000"/>
              <a:gd name="connsiteY1" fmla="*/ 931034 h 1262947"/>
              <a:gd name="connsiteX2" fmla="*/ 1064374 w 1080000"/>
              <a:gd name="connsiteY2" fmla="*/ 931034 h 1262947"/>
              <a:gd name="connsiteX3" fmla="*/ 1069029 w 1080000"/>
              <a:gd name="connsiteY3" fmla="*/ 938533 h 1262947"/>
              <a:gd name="connsiteX4" fmla="*/ 1080000 w 1080000"/>
              <a:gd name="connsiteY4" fmla="*/ 992947 h 1262947"/>
              <a:gd name="connsiteX5" fmla="*/ 540000 w 1080000"/>
              <a:gd name="connsiteY5" fmla="*/ 1262947 h 1262947"/>
              <a:gd name="connsiteX6" fmla="*/ 0 w 1080000"/>
              <a:gd name="connsiteY6" fmla="*/ 992947 h 1262947"/>
              <a:gd name="connsiteX7" fmla="*/ 10971 w 1080000"/>
              <a:gd name="connsiteY7" fmla="*/ 938533 h 1262947"/>
              <a:gd name="connsiteX8" fmla="*/ 15626 w 1080000"/>
              <a:gd name="connsiteY8" fmla="*/ 931034 h 1262947"/>
              <a:gd name="connsiteX9" fmla="*/ 0 w 1080000"/>
              <a:gd name="connsiteY9" fmla="*/ 931034 h 1262947"/>
              <a:gd name="connsiteX0" fmla="*/ 540000 w 1080000"/>
              <a:gd name="connsiteY0" fmla="*/ 0 h 1262947"/>
              <a:gd name="connsiteX1" fmla="*/ 1080000 w 1080000"/>
              <a:gd name="connsiteY1" fmla="*/ 931034 h 1262947"/>
              <a:gd name="connsiteX2" fmla="*/ 1064374 w 1080000"/>
              <a:gd name="connsiteY2" fmla="*/ 931034 h 1262947"/>
              <a:gd name="connsiteX3" fmla="*/ 1069029 w 1080000"/>
              <a:gd name="connsiteY3" fmla="*/ 938533 h 1262947"/>
              <a:gd name="connsiteX4" fmla="*/ 1080000 w 1080000"/>
              <a:gd name="connsiteY4" fmla="*/ 992947 h 1262947"/>
              <a:gd name="connsiteX5" fmla="*/ 540000 w 1080000"/>
              <a:gd name="connsiteY5" fmla="*/ 1262947 h 1262947"/>
              <a:gd name="connsiteX6" fmla="*/ 0 w 1080000"/>
              <a:gd name="connsiteY6" fmla="*/ 992947 h 1262947"/>
              <a:gd name="connsiteX7" fmla="*/ 10971 w 1080000"/>
              <a:gd name="connsiteY7" fmla="*/ 938533 h 1262947"/>
              <a:gd name="connsiteX8" fmla="*/ 15626 w 1080000"/>
              <a:gd name="connsiteY8" fmla="*/ 931034 h 1262947"/>
              <a:gd name="connsiteX9" fmla="*/ 540000 w 1080000"/>
              <a:gd name="connsiteY9" fmla="*/ 0 h 1262947"/>
              <a:gd name="connsiteX0" fmla="*/ 540000 w 1080000"/>
              <a:gd name="connsiteY0" fmla="*/ 0 h 1262947"/>
              <a:gd name="connsiteX1" fmla="*/ 1064374 w 1080000"/>
              <a:gd name="connsiteY1" fmla="*/ 931034 h 1262947"/>
              <a:gd name="connsiteX2" fmla="*/ 1069029 w 1080000"/>
              <a:gd name="connsiteY2" fmla="*/ 938533 h 1262947"/>
              <a:gd name="connsiteX3" fmla="*/ 1080000 w 1080000"/>
              <a:gd name="connsiteY3" fmla="*/ 992947 h 1262947"/>
              <a:gd name="connsiteX4" fmla="*/ 540000 w 1080000"/>
              <a:gd name="connsiteY4" fmla="*/ 1262947 h 1262947"/>
              <a:gd name="connsiteX5" fmla="*/ 0 w 1080000"/>
              <a:gd name="connsiteY5" fmla="*/ 992947 h 1262947"/>
              <a:gd name="connsiteX6" fmla="*/ 10971 w 1080000"/>
              <a:gd name="connsiteY6" fmla="*/ 938533 h 1262947"/>
              <a:gd name="connsiteX7" fmla="*/ 15626 w 1080000"/>
              <a:gd name="connsiteY7" fmla="*/ 931034 h 1262947"/>
              <a:gd name="connsiteX8" fmla="*/ 540000 w 1080000"/>
              <a:gd name="connsiteY8" fmla="*/ 0 h 1262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80000" h="1262947">
                <a:moveTo>
                  <a:pt x="540000" y="0"/>
                </a:moveTo>
                <a:lnTo>
                  <a:pt x="1064374" y="931034"/>
                </a:lnTo>
                <a:lnTo>
                  <a:pt x="1069029" y="938533"/>
                </a:lnTo>
                <a:cubicBezTo>
                  <a:pt x="1076223" y="956109"/>
                  <a:pt x="1080000" y="974307"/>
                  <a:pt x="1080000" y="992947"/>
                </a:cubicBezTo>
                <a:cubicBezTo>
                  <a:pt x="1080000" y="1142064"/>
                  <a:pt x="838234" y="1262947"/>
                  <a:pt x="540000" y="1262947"/>
                </a:cubicBezTo>
                <a:cubicBezTo>
                  <a:pt x="241766" y="1262947"/>
                  <a:pt x="0" y="1142064"/>
                  <a:pt x="0" y="992947"/>
                </a:cubicBezTo>
                <a:cubicBezTo>
                  <a:pt x="0" y="974307"/>
                  <a:pt x="3778" y="956109"/>
                  <a:pt x="10971" y="938533"/>
                </a:cubicBezTo>
                <a:lnTo>
                  <a:pt x="15626" y="931034"/>
                </a:lnTo>
                <a:lnTo>
                  <a:pt x="540000" y="0"/>
                </a:lnTo>
                <a:close/>
              </a:path>
            </a:pathLst>
          </a:custGeom>
          <a:gradFill>
            <a:gsLst>
              <a:gs pos="60000">
                <a:schemeClr val="bg2">
                  <a:lumMod val="90000"/>
                  <a:lumOff val="10000"/>
                </a:schemeClr>
              </a:gs>
              <a:gs pos="30000">
                <a:schemeClr val="bg2">
                  <a:lumMod val="90000"/>
                  <a:lumOff val="10000"/>
                </a:schemeClr>
              </a:gs>
              <a:gs pos="40000">
                <a:schemeClr val="bg2">
                  <a:lumMod val="75000"/>
                  <a:lumOff val="25000"/>
                </a:schemeClr>
              </a:gs>
              <a:gs pos="100000">
                <a:schemeClr val="bg2"/>
              </a:gs>
            </a:gsLst>
            <a:lin ang="600000" scaled="0"/>
          </a:gradFill>
          <a:ln>
            <a:noFill/>
          </a:ln>
          <a:effectLst>
            <a:innerShdw blurRad="254000" dist="101600" dir="2700000">
              <a:schemeClr val="accent1">
                <a:lumMod val="60000"/>
                <a:lumOff val="40000"/>
                <a:alpha val="4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6012" tIns="48006" rIns="96012" bIns="4800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223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AA7AB09-557C-41AD-9113-FF9F68FA1035}"/>
              </a:ext>
            </a:extLst>
          </p:cNvPr>
          <p:cNvSpPr/>
          <p:nvPr/>
        </p:nvSpPr>
        <p:spPr>
          <a:xfrm rot="8100000">
            <a:off x="658187" y="1160547"/>
            <a:ext cx="567000" cy="1512000"/>
          </a:xfrm>
          <a:prstGeom prst="ellipse">
            <a:avLst/>
          </a:prstGeom>
          <a:gradFill>
            <a:gsLst>
              <a:gs pos="100000">
                <a:schemeClr val="bg2">
                  <a:lumMod val="90000"/>
                  <a:lumOff val="10000"/>
                </a:schemeClr>
              </a:gs>
              <a:gs pos="50000">
                <a:schemeClr val="bg2">
                  <a:lumMod val="95000"/>
                  <a:lumOff val="5000"/>
                </a:schemeClr>
              </a:gs>
            </a:gsLst>
            <a:lin ang="5400000" scaled="0"/>
          </a:gradFill>
          <a:ln>
            <a:noFill/>
          </a:ln>
          <a:effectLst>
            <a:innerShdw blurRad="1270000" dist="2540000">
              <a:schemeClr val="accent1">
                <a:lumMod val="60000"/>
                <a:lumOff val="40000"/>
                <a:alpha val="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6012" tIns="48006" rIns="96012" bIns="4800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223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EF99ECAA-1F11-4937-BBA6-51935AB44C9D}"/>
              </a:ext>
            </a:extLst>
          </p:cNvPr>
          <p:cNvSpPr>
            <a:spLocks noChangeAspect="1"/>
          </p:cNvSpPr>
          <p:nvPr/>
        </p:nvSpPr>
        <p:spPr>
          <a:xfrm>
            <a:off x="1890842" y="3461997"/>
            <a:ext cx="378000" cy="504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6012" tIns="48006" rIns="96012" bIns="4800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223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79DE9FAB-6BBA-4CFE-B67D-77B47F01ECA4}"/>
              </a:ext>
            </a:extLst>
          </p:cNvPr>
          <p:cNvGrpSpPr/>
          <p:nvPr/>
        </p:nvGrpSpPr>
        <p:grpSpPr>
          <a:xfrm>
            <a:off x="1396450" y="6334131"/>
            <a:ext cx="2079001" cy="1909482"/>
            <a:chOff x="4879602" y="3781429"/>
            <a:chExt cx="1980001" cy="1363916"/>
          </a:xfrm>
        </p:grpSpPr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9FAC916-D9BB-4794-81B4-7C47C67E850D}"/>
                </a:ext>
              </a:extLst>
            </p:cNvPr>
            <p:cNvSpPr>
              <a:spLocks noChangeAspect="1"/>
            </p:cNvSpPr>
            <p:nvPr/>
          </p:nvSpPr>
          <p:spPr>
            <a:xfrm rot="18900000" flipV="1">
              <a:off x="5005634" y="4191206"/>
              <a:ext cx="1853969" cy="926985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innerShdw blurRad="254000" dist="50800" dir="16200000">
                <a:schemeClr val="accent1">
                  <a:lumMod val="40000"/>
                  <a:lumOff val="60000"/>
                  <a:alpha val="4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3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B5CA2231-7A65-4D16-8400-A210CC41DB73}"/>
                </a:ext>
              </a:extLst>
            </p:cNvPr>
            <p:cNvSpPr>
              <a:spLocks noChangeAspect="1"/>
            </p:cNvSpPr>
            <p:nvPr/>
          </p:nvSpPr>
          <p:spPr>
            <a:xfrm rot="18900000" flipV="1">
              <a:off x="4957101" y="4052255"/>
              <a:ext cx="1853969" cy="1093090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>
                <a:lumMod val="50000"/>
                <a:lumOff val="50000"/>
                <a:alpha val="40000"/>
              </a:schemeClr>
            </a:solidFill>
            <a:ln>
              <a:noFill/>
            </a:ln>
            <a:effectLst>
              <a:softEdge rad="1905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3" dirty="0">
                <a:solidFill>
                  <a:schemeClr val="tx1"/>
                </a:solidFill>
              </a:endParaRP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4B089C8C-B82B-4704-88E2-E857A5E21529}"/>
                </a:ext>
              </a:extLst>
            </p:cNvPr>
            <p:cNvSpPr/>
            <p:nvPr/>
          </p:nvSpPr>
          <p:spPr>
            <a:xfrm rot="13500000" flipV="1">
              <a:off x="6040374" y="3601683"/>
              <a:ext cx="107098" cy="466589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223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434B90C8-5B4D-456E-AD99-80EF748FDD72}"/>
                </a:ext>
              </a:extLst>
            </p:cNvPr>
            <p:cNvSpPr/>
            <p:nvPr/>
          </p:nvSpPr>
          <p:spPr>
            <a:xfrm rot="13500000" flipV="1">
              <a:off x="5059348" y="4582709"/>
              <a:ext cx="107098" cy="466589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223"/>
            </a:p>
          </p:txBody>
        </p:sp>
      </p:grpSp>
    </p:spTree>
    <p:extLst>
      <p:ext uri="{BB962C8B-B14F-4D97-AF65-F5344CB8AC3E}">
        <p14:creationId xmlns:p14="http://schemas.microsoft.com/office/powerpoint/2010/main" val="39904778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3BDBC526-6DCD-4FF6-8395-D8C22E46E527}"/>
              </a:ext>
            </a:extLst>
          </p:cNvPr>
          <p:cNvGrpSpPr/>
          <p:nvPr/>
        </p:nvGrpSpPr>
        <p:grpSpPr>
          <a:xfrm>
            <a:off x="644698" y="7468647"/>
            <a:ext cx="712042" cy="1386000"/>
            <a:chOff x="10490969" y="1448827"/>
            <a:chExt cx="678135" cy="990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2ECB475-568C-47AC-B16D-2E202DEB2DE0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68976" y="1743588"/>
              <a:ext cx="926985" cy="463493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innerShdw blurRad="127000" dist="50800" dir="13500000">
                <a:schemeClr val="accent1">
                  <a:lumMod val="40000"/>
                  <a:lumOff val="6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3" dirty="0">
                <a:solidFill>
                  <a:schemeClr val="tx1"/>
                </a:solidFill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80D8764-525A-441E-B58F-068E82F09714}"/>
                </a:ext>
              </a:extLst>
            </p:cNvPr>
            <p:cNvSpPr/>
            <p:nvPr/>
          </p:nvSpPr>
          <p:spPr>
            <a:xfrm rot="8100000" flipH="1" flipV="1">
              <a:off x="11115555" y="1939340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223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11196109-6F2B-4738-B2FC-2CCC753AABD4}"/>
                </a:ext>
              </a:extLst>
            </p:cNvPr>
            <p:cNvSpPr/>
            <p:nvPr/>
          </p:nvSpPr>
          <p:spPr>
            <a:xfrm rot="8100000" flipH="1" flipV="1">
              <a:off x="10625042" y="1448827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223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7E468C2-69B8-470B-85E3-801A3CB1D7E2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92519" y="1686748"/>
              <a:ext cx="926985" cy="530086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>
                <a:lumMod val="50000"/>
                <a:lumOff val="50000"/>
                <a:alpha val="20000"/>
              </a:schemeClr>
            </a:solidFill>
            <a:ln>
              <a:noFill/>
            </a:ln>
            <a:effectLst>
              <a:softEdge rad="1016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3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1A4B040-51E3-4DA0-B21D-EEE173E75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8405" y="768985"/>
            <a:ext cx="11646180" cy="1864800"/>
          </a:xfr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lang="en-US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A2CD90-429B-4A55-B6C8-DD6CE69941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8406" y="2958479"/>
            <a:ext cx="11644788" cy="55714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4EE704-5DCA-484E-85E0-0E3A7B1C50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E8C025-CD7A-4966-867E-81CF82B15267}" type="datetime2">
              <a:rPr lang="en-US" smtClean="0"/>
              <a:t>Saturday, April 18,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A69B66-1C18-44A2-93F7-97DED26F2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44B5A0-66FA-433A-8DC5-C097C63B4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0693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4644CBB8-40B8-42F8-9172-07A476341DDA}"/>
              </a:ext>
            </a:extLst>
          </p:cNvPr>
          <p:cNvGrpSpPr/>
          <p:nvPr/>
        </p:nvGrpSpPr>
        <p:grpSpPr>
          <a:xfrm>
            <a:off x="374306" y="1230610"/>
            <a:ext cx="770970" cy="1064708"/>
            <a:chOff x="5243759" y="1363788"/>
            <a:chExt cx="734257" cy="760506"/>
          </a:xfrm>
        </p:grpSpPr>
        <p:sp>
          <p:nvSpPr>
            <p:cNvPr id="49" name="Freeform 5">
              <a:extLst>
                <a:ext uri="{FF2B5EF4-FFF2-40B4-BE49-F238E27FC236}">
                  <a16:creationId xmlns:a16="http://schemas.microsoft.com/office/drawing/2014/main" id="{35CE073E-302A-4AA7-98C7-8667DDDCFA18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223"/>
            </a:p>
          </p:txBody>
        </p:sp>
        <p:sp>
          <p:nvSpPr>
            <p:cNvPr id="50" name="Freeform 6">
              <a:extLst>
                <a:ext uri="{FF2B5EF4-FFF2-40B4-BE49-F238E27FC236}">
                  <a16:creationId xmlns:a16="http://schemas.microsoft.com/office/drawing/2014/main" id="{4FD1AE2F-DD70-4E93-B905-E052A23F0B1C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223"/>
            </a:p>
          </p:txBody>
        </p:sp>
        <p:sp>
          <p:nvSpPr>
            <p:cNvPr id="51" name="Freeform 8">
              <a:extLst>
                <a:ext uri="{FF2B5EF4-FFF2-40B4-BE49-F238E27FC236}">
                  <a16:creationId xmlns:a16="http://schemas.microsoft.com/office/drawing/2014/main" id="{E8D529E5-8838-47F0-98A4-2D46F11E499C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223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5DA2564-D3DB-48AD-83F0-6CC6B5743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1741" y="664084"/>
            <a:ext cx="11631453" cy="4136517"/>
          </a:xfrm>
        </p:spPr>
        <p:txBody>
          <a:bodyPr vert="horz" wrap="square" lIns="0" tIns="0" rIns="0" bIns="0" rtlCol="0" anchor="b" anchorCtr="0">
            <a:normAutofit/>
          </a:bodyPr>
          <a:lstStyle>
            <a:lvl1pPr>
              <a:defRPr lang="en-US" sz="6720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403DDF-462A-45CE-931B-010AB4F73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809929-0719-4517-94D6-FDF7F99E70F6}" type="datetime2">
              <a:rPr lang="en-US" smtClean="0"/>
              <a:t>Saturday, April 18,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E10702-2ACF-4768-9E91-8CB87B8959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DFA722-391E-4FCF-8E15-0D7E2EC02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EEA752-36DA-440B-8747-0EB2914080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4585" y="5081682"/>
            <a:ext cx="11628609" cy="3750534"/>
          </a:xfrm>
        </p:spPr>
        <p:txBody>
          <a:bodyPr>
            <a:norm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buNone/>
              <a:defRPr sz="2520">
                <a:solidFill>
                  <a:schemeClr val="tx1">
                    <a:alpha val="80000"/>
                  </a:schemeClr>
                </a:solidFill>
              </a:defRPr>
            </a:lvl1pPr>
            <a:lvl2pPr marL="48006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960120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3pPr>
            <a:lvl4pPr marL="144018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4pPr>
            <a:lvl5pPr marL="192024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5pPr>
            <a:lvl6pPr marL="240030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6pPr>
            <a:lvl7pPr marL="288036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7pPr>
            <a:lvl8pPr marL="336042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8pPr>
            <a:lvl9pPr marL="384048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0BCC02B0-8581-4752-B7BC-3CE1EF17B9F7}"/>
              </a:ext>
            </a:extLst>
          </p:cNvPr>
          <p:cNvSpPr>
            <a:spLocks noChangeAspect="1"/>
          </p:cNvSpPr>
          <p:nvPr/>
        </p:nvSpPr>
        <p:spPr>
          <a:xfrm rot="18900000">
            <a:off x="11769589" y="6227465"/>
            <a:ext cx="1049160" cy="1768126"/>
          </a:xfrm>
          <a:custGeom>
            <a:avLst/>
            <a:gdLst>
              <a:gd name="connsiteX0" fmla="*/ 540000 w 999200"/>
              <a:gd name="connsiteY0" fmla="*/ 0 h 1262947"/>
              <a:gd name="connsiteX1" fmla="*/ 999200 w 999200"/>
              <a:gd name="connsiteY1" fmla="*/ 815317 h 1262947"/>
              <a:gd name="connsiteX2" fmla="*/ 552185 w 999200"/>
              <a:gd name="connsiteY2" fmla="*/ 1262333 h 1262947"/>
              <a:gd name="connsiteX3" fmla="*/ 540000 w 999200"/>
              <a:gd name="connsiteY3" fmla="*/ 1262947 h 1262947"/>
              <a:gd name="connsiteX4" fmla="*/ 0 w 999200"/>
              <a:gd name="connsiteY4" fmla="*/ 992947 h 1262947"/>
              <a:gd name="connsiteX5" fmla="*/ 10971 w 999200"/>
              <a:gd name="connsiteY5" fmla="*/ 938533 h 1262947"/>
              <a:gd name="connsiteX6" fmla="*/ 15626 w 999200"/>
              <a:gd name="connsiteY6" fmla="*/ 931034 h 1262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99200" h="1262947">
                <a:moveTo>
                  <a:pt x="540000" y="0"/>
                </a:moveTo>
                <a:lnTo>
                  <a:pt x="999200" y="815317"/>
                </a:lnTo>
                <a:lnTo>
                  <a:pt x="552185" y="1262333"/>
                </a:lnTo>
                <a:lnTo>
                  <a:pt x="540000" y="1262947"/>
                </a:lnTo>
                <a:cubicBezTo>
                  <a:pt x="241766" y="1262947"/>
                  <a:pt x="0" y="1142064"/>
                  <a:pt x="0" y="992947"/>
                </a:cubicBezTo>
                <a:cubicBezTo>
                  <a:pt x="0" y="974307"/>
                  <a:pt x="3778" y="956109"/>
                  <a:pt x="10971" y="938533"/>
                </a:cubicBezTo>
                <a:lnTo>
                  <a:pt x="15626" y="931034"/>
                </a:lnTo>
                <a:close/>
              </a:path>
            </a:pathLst>
          </a:custGeom>
          <a:gradFill>
            <a:gsLst>
              <a:gs pos="60000">
                <a:schemeClr val="bg2">
                  <a:lumMod val="90000"/>
                  <a:lumOff val="10000"/>
                </a:schemeClr>
              </a:gs>
              <a:gs pos="30000">
                <a:schemeClr val="bg2">
                  <a:lumMod val="90000"/>
                  <a:lumOff val="10000"/>
                </a:schemeClr>
              </a:gs>
              <a:gs pos="40000">
                <a:schemeClr val="bg2">
                  <a:lumMod val="75000"/>
                  <a:lumOff val="25000"/>
                </a:schemeClr>
              </a:gs>
              <a:gs pos="100000">
                <a:schemeClr val="bg2"/>
              </a:gs>
            </a:gsLst>
            <a:lin ang="10200000" scaled="0"/>
          </a:gradFill>
          <a:ln>
            <a:noFill/>
          </a:ln>
          <a:effectLst>
            <a:innerShdw blurRad="254000" dist="101600" dir="4200000">
              <a:schemeClr val="accent1">
                <a:lumMod val="60000"/>
                <a:lumOff val="40000"/>
                <a:alpha val="4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6012" tIns="48006" rIns="96012" bIns="4800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223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EA0FF4DB-8180-4D26-AEAE-7ECDB670F71D}"/>
              </a:ext>
            </a:extLst>
          </p:cNvPr>
          <p:cNvSpPr/>
          <p:nvPr/>
        </p:nvSpPr>
        <p:spPr>
          <a:xfrm rot="2700000">
            <a:off x="12176784" y="6966122"/>
            <a:ext cx="756000" cy="1027198"/>
          </a:xfrm>
          <a:custGeom>
            <a:avLst/>
            <a:gdLst>
              <a:gd name="connsiteX0" fmla="*/ 113288 w 540000"/>
              <a:gd name="connsiteY0" fmla="*/ 0 h 978284"/>
              <a:gd name="connsiteX1" fmla="*/ 539386 w 540000"/>
              <a:gd name="connsiteY1" fmla="*/ 426099 h 978284"/>
              <a:gd name="connsiteX2" fmla="*/ 540000 w 540000"/>
              <a:gd name="connsiteY2" fmla="*/ 438284 h 978284"/>
              <a:gd name="connsiteX3" fmla="*/ 270000 w 540000"/>
              <a:gd name="connsiteY3" fmla="*/ 978284 h 978284"/>
              <a:gd name="connsiteX4" fmla="*/ 0 w 540000"/>
              <a:gd name="connsiteY4" fmla="*/ 438284 h 978284"/>
              <a:gd name="connsiteX5" fmla="*/ 79081 w 540000"/>
              <a:gd name="connsiteY5" fmla="*/ 56446 h 978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0000" h="978284">
                <a:moveTo>
                  <a:pt x="113288" y="0"/>
                </a:moveTo>
                <a:lnTo>
                  <a:pt x="539386" y="426099"/>
                </a:lnTo>
                <a:lnTo>
                  <a:pt x="540000" y="438284"/>
                </a:lnTo>
                <a:cubicBezTo>
                  <a:pt x="540000" y="736518"/>
                  <a:pt x="419117" y="978284"/>
                  <a:pt x="270000" y="978284"/>
                </a:cubicBezTo>
                <a:cubicBezTo>
                  <a:pt x="120883" y="978284"/>
                  <a:pt x="0" y="736518"/>
                  <a:pt x="0" y="438284"/>
                </a:cubicBezTo>
                <a:cubicBezTo>
                  <a:pt x="0" y="289167"/>
                  <a:pt x="30220" y="154167"/>
                  <a:pt x="79081" y="56446"/>
                </a:cubicBezTo>
                <a:close/>
              </a:path>
            </a:pathLst>
          </a:custGeom>
          <a:solidFill>
            <a:schemeClr val="bg2">
              <a:lumMod val="90000"/>
              <a:lumOff val="10000"/>
            </a:schemeClr>
          </a:solidFill>
          <a:ln>
            <a:noFill/>
          </a:ln>
          <a:effectLst>
            <a:innerShdw blurRad="1270000" dist="2540000">
              <a:schemeClr val="accent1">
                <a:lumMod val="60000"/>
                <a:lumOff val="40000"/>
                <a:alpha val="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6012" tIns="48006" rIns="96012" bIns="4800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223"/>
          </a:p>
        </p:txBody>
      </p:sp>
    </p:spTree>
    <p:extLst>
      <p:ext uri="{BB962C8B-B14F-4D97-AF65-F5344CB8AC3E}">
        <p14:creationId xmlns:p14="http://schemas.microsoft.com/office/powerpoint/2010/main" val="1948561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val 21">
            <a:extLst>
              <a:ext uri="{FF2B5EF4-FFF2-40B4-BE49-F238E27FC236}">
                <a16:creationId xmlns:a16="http://schemas.microsoft.com/office/drawing/2014/main" id="{94729CA3-91C4-4A89-9448-A2F0E409177A}"/>
              </a:ext>
            </a:extLst>
          </p:cNvPr>
          <p:cNvSpPr>
            <a:spLocks noChangeAspect="1"/>
          </p:cNvSpPr>
          <p:nvPr/>
        </p:nvSpPr>
        <p:spPr>
          <a:xfrm>
            <a:off x="11623357" y="466725"/>
            <a:ext cx="378000" cy="504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6012" tIns="48006" rIns="96012" bIns="4800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223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68347B7-45FA-4A01-924D-DC385B720B3E}"/>
              </a:ext>
            </a:extLst>
          </p:cNvPr>
          <p:cNvGrpSpPr/>
          <p:nvPr/>
        </p:nvGrpSpPr>
        <p:grpSpPr>
          <a:xfrm>
            <a:off x="348375" y="7739477"/>
            <a:ext cx="663048" cy="934920"/>
            <a:chOff x="2994153" y="1378666"/>
            <a:chExt cx="631474" cy="667800"/>
          </a:xfrm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1167DA1-25D1-4E60-A62E-42B6F56A96EC}"/>
                </a:ext>
              </a:extLst>
            </p:cNvPr>
            <p:cNvSpPr>
              <a:spLocks noChangeAspect="1"/>
            </p:cNvSpPr>
            <p:nvPr/>
          </p:nvSpPr>
          <p:spPr>
            <a:xfrm rot="2700000">
              <a:off x="3039890" y="1332929"/>
              <a:ext cx="540000" cy="631474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75000"/>
                    <a:lumOff val="25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254000" dist="101600" dir="2700000">
                <a:schemeClr val="accent1">
                  <a:lumMod val="60000"/>
                  <a:lumOff val="4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223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6B7B7215-A661-477E-91D0-CDBE5564D2B9}"/>
                </a:ext>
              </a:extLst>
            </p:cNvPr>
            <p:cNvSpPr/>
            <p:nvPr/>
          </p:nvSpPr>
          <p:spPr>
            <a:xfrm rot="8100000">
              <a:off x="3047090" y="1506466"/>
              <a:ext cx="270000" cy="540000"/>
            </a:xfrm>
            <a:prstGeom prst="ellipse">
              <a:avLst/>
            </a:prstGeom>
            <a:gradFill>
              <a:gsLst>
                <a:gs pos="100000">
                  <a:schemeClr val="bg2">
                    <a:lumMod val="90000"/>
                    <a:lumOff val="10000"/>
                  </a:schemeClr>
                </a:gs>
                <a:gs pos="50000">
                  <a:schemeClr val="bg2">
                    <a:lumMod val="95000"/>
                    <a:lumOff val="5000"/>
                  </a:schemeClr>
                </a:gs>
              </a:gsLst>
              <a:lin ang="5400000" scaled="0"/>
            </a:gra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223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978E540-142B-4A82-9C3F-E61BC190AE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8406" y="768985"/>
            <a:ext cx="11644788" cy="1864800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C6BF36-D4F5-4363-B440-BDAE50BBD4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78405" y="2936045"/>
            <a:ext cx="5707380" cy="559391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362910-87AA-4E67-992D-8D4822FD89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5815" y="2936045"/>
            <a:ext cx="5707380" cy="559391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99A8AF-0998-4613-B1D8-C14ECBFFDF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95673-5512-4AAA-9AEB-E00C61EC65D5}" type="datetime2">
              <a:rPr lang="en-US" smtClean="0"/>
              <a:t>Saturday, April 18,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E44EAA-B8A9-4428-A9DF-1174DA940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E5C381-C899-4BF9-B584-2D78074D1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58369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FD65A50E-2F73-4426-8586-9731AFA2D2E0}"/>
              </a:ext>
            </a:extLst>
          </p:cNvPr>
          <p:cNvSpPr>
            <a:spLocks noChangeAspect="1"/>
          </p:cNvSpPr>
          <p:nvPr/>
        </p:nvSpPr>
        <p:spPr>
          <a:xfrm>
            <a:off x="11646193" y="8250852"/>
            <a:ext cx="378000" cy="504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6012" tIns="48006" rIns="96012" bIns="4800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223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B89C080-4102-49AE-BDA9-59A4A67E2486}"/>
              </a:ext>
            </a:extLst>
          </p:cNvPr>
          <p:cNvSpPr/>
          <p:nvPr/>
        </p:nvSpPr>
        <p:spPr>
          <a:xfrm>
            <a:off x="12024193" y="8159029"/>
            <a:ext cx="398001" cy="504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23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DE62014-F04C-495A-964E-6B888D49CD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8405" y="768985"/>
            <a:ext cx="11652429" cy="1864800"/>
          </a:xfr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lang="en-US" sz="3360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5DF027-E633-44EE-ACA0-C205930AA9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8407" y="2633785"/>
            <a:ext cx="5709045" cy="749496"/>
          </a:xfrm>
        </p:spPr>
        <p:txBody>
          <a:bodyPr anchor="b">
            <a:normAutofit/>
          </a:bodyPr>
          <a:lstStyle>
            <a:lvl1pPr marL="0" indent="0">
              <a:buNone/>
              <a:defRPr sz="1470" b="0" cap="all" spc="210" baseline="0">
                <a:solidFill>
                  <a:schemeClr val="tx1"/>
                </a:solidFill>
                <a:latin typeface="+mn-lt"/>
              </a:defRPr>
            </a:lvl1pPr>
            <a:lvl2pPr marL="480060" indent="0">
              <a:buNone/>
              <a:defRPr sz="2100" b="1"/>
            </a:lvl2pPr>
            <a:lvl3pPr marL="960120" indent="0">
              <a:buNone/>
              <a:defRPr sz="1890" b="1"/>
            </a:lvl3pPr>
            <a:lvl4pPr marL="1440180" indent="0">
              <a:buNone/>
              <a:defRPr sz="1680" b="1"/>
            </a:lvl4pPr>
            <a:lvl5pPr marL="1920240" indent="0">
              <a:buNone/>
              <a:defRPr sz="1680" b="1"/>
            </a:lvl5pPr>
            <a:lvl6pPr marL="2400300" indent="0">
              <a:buNone/>
              <a:defRPr sz="1680" b="1"/>
            </a:lvl6pPr>
            <a:lvl7pPr marL="2880360" indent="0">
              <a:buNone/>
              <a:defRPr sz="1680" b="1"/>
            </a:lvl7pPr>
            <a:lvl8pPr marL="3360420" indent="0">
              <a:buNone/>
              <a:defRPr sz="1680" b="1"/>
            </a:lvl8pPr>
            <a:lvl9pPr marL="3840480" indent="0">
              <a:buNone/>
              <a:defRPr sz="1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A4F363-FEEF-4CD2-A18E-17AE8D4851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78406" y="3608179"/>
            <a:ext cx="5700570" cy="492177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E50F8C-4D64-40FD-AE8C-6A1F3C2A84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22625" y="2633785"/>
            <a:ext cx="5708212" cy="749496"/>
          </a:xfrm>
        </p:spPr>
        <p:txBody>
          <a:bodyPr vert="horz" wrap="square" lIns="0" tIns="0" rIns="0" bIns="0" rtlCol="0" anchor="b">
            <a:normAutofit/>
          </a:bodyPr>
          <a:lstStyle>
            <a:lvl1pPr>
              <a:defRPr lang="en-US" sz="1470" b="0" cap="all" spc="210" baseline="0" dirty="0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AC943E-DB2B-40E0-907F-8EA1404791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22624" y="3608179"/>
            <a:ext cx="5708211" cy="492177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CDCD5B-3F26-4AFA-8BD4-E5D8DD2AF4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3138FA-2E87-4873-8BBA-13E447C9A99A}" type="datetime2">
              <a:rPr lang="en-US" smtClean="0"/>
              <a:t>Saturday, April 18, 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10D1EE-83A0-4FB5-9B25-8A73DE891A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3031C35-2E5B-491D-85ED-DB42A4FE1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71041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2053C-0E9C-4159-B7C9-6AB7434391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7107" y="771119"/>
            <a:ext cx="8697479" cy="7758835"/>
          </a:xfrm>
        </p:spPr>
        <p:txBody>
          <a:bodyPr vert="horz" wrap="square" lIns="0" tIns="0" rIns="0" bIns="0" rtlCol="0" anchor="ctr" anchorCtr="0">
            <a:normAutofit/>
          </a:bodyPr>
          <a:lstStyle>
            <a:lvl1pPr>
              <a:defRPr lang="en-US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F51F65-E111-4656-83BE-CFCDE2DD6C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5BB40A-97BD-4BFB-B639-0BFF95FDE8B7}" type="datetime2">
              <a:rPr lang="en-US" smtClean="0"/>
              <a:t>Saturday, April 18, 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FF82CB-2D17-4918-821E-485475CF2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B66589D-A056-4817-AE15-39D87FE13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E489F067-39E1-4757-BC11-6169A343F2E1}"/>
              </a:ext>
            </a:extLst>
          </p:cNvPr>
          <p:cNvSpPr>
            <a:spLocks noChangeAspect="1"/>
          </p:cNvSpPr>
          <p:nvPr/>
        </p:nvSpPr>
        <p:spPr>
          <a:xfrm rot="18900000" flipV="1">
            <a:off x="-431264" y="5541783"/>
            <a:ext cx="3713147" cy="2595557"/>
          </a:xfrm>
          <a:custGeom>
            <a:avLst/>
            <a:gdLst>
              <a:gd name="connsiteX0" fmla="*/ 3536330 w 3536330"/>
              <a:gd name="connsiteY0" fmla="*/ 1853969 h 1853969"/>
              <a:gd name="connsiteX1" fmla="*/ 1682362 w 3536330"/>
              <a:gd name="connsiteY1" fmla="*/ 0 h 1853969"/>
              <a:gd name="connsiteX2" fmla="*/ 52157 w 3536330"/>
              <a:gd name="connsiteY2" fmla="*/ 970257 h 1853969"/>
              <a:gd name="connsiteX3" fmla="*/ 0 w 3536330"/>
              <a:gd name="connsiteY3" fmla="*/ 1078528 h 1853969"/>
              <a:gd name="connsiteX4" fmla="*/ 757215 w 3536330"/>
              <a:gd name="connsiteY4" fmla="*/ 1835743 h 1853969"/>
              <a:gd name="connsiteX5" fmla="*/ 774211 w 3536330"/>
              <a:gd name="connsiteY5" fmla="*/ 1667149 h 1853969"/>
              <a:gd name="connsiteX6" fmla="*/ 1682362 w 3536330"/>
              <a:gd name="connsiteY6" fmla="*/ 926985 h 1853969"/>
              <a:gd name="connsiteX7" fmla="*/ 2609345 w 3536330"/>
              <a:gd name="connsiteY7" fmla="*/ 1853969 h 18539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536330" h="1853969">
                <a:moveTo>
                  <a:pt x="3536330" y="1853969"/>
                </a:moveTo>
                <a:cubicBezTo>
                  <a:pt x="3536330" y="830051"/>
                  <a:pt x="2706280" y="0"/>
                  <a:pt x="1682362" y="0"/>
                </a:cubicBezTo>
                <a:cubicBezTo>
                  <a:pt x="978418" y="0"/>
                  <a:pt x="366107" y="392328"/>
                  <a:pt x="52157" y="970257"/>
                </a:cubicBezTo>
                <a:lnTo>
                  <a:pt x="0" y="1078528"/>
                </a:lnTo>
                <a:lnTo>
                  <a:pt x="757215" y="1835743"/>
                </a:lnTo>
                <a:lnTo>
                  <a:pt x="774211" y="1667149"/>
                </a:lnTo>
                <a:cubicBezTo>
                  <a:pt x="860649" y="1244739"/>
                  <a:pt x="1234397" y="926985"/>
                  <a:pt x="1682362" y="926985"/>
                </a:cubicBezTo>
                <a:cubicBezTo>
                  <a:pt x="2194320" y="926985"/>
                  <a:pt x="2609345" y="1342010"/>
                  <a:pt x="2609345" y="1853969"/>
                </a:cubicBezTo>
                <a:close/>
              </a:path>
            </a:pathLst>
          </a:custGeom>
          <a:gradFill flip="none" rotWithShape="1">
            <a:gsLst>
              <a:gs pos="97000">
                <a:schemeClr val="bg2"/>
              </a:gs>
              <a:gs pos="31000">
                <a:schemeClr val="bg2">
                  <a:lumMod val="90000"/>
                  <a:lumOff val="10000"/>
                </a:schemeClr>
              </a:gs>
            </a:gsLst>
            <a:lin ang="15000000" scaled="0"/>
            <a:tileRect/>
          </a:gradFill>
          <a:ln>
            <a:noFill/>
          </a:ln>
          <a:effectLst>
            <a:innerShdw blurRad="355600" dist="101600" dir="16200000">
              <a:schemeClr val="accent1">
                <a:lumMod val="60000"/>
                <a:lumOff val="40000"/>
                <a:alpha val="8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223" dirty="0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DD231011-607F-42F1-B2D9-2BA8E91CC6AF}"/>
              </a:ext>
            </a:extLst>
          </p:cNvPr>
          <p:cNvSpPr>
            <a:spLocks noChangeAspect="1"/>
          </p:cNvSpPr>
          <p:nvPr/>
        </p:nvSpPr>
        <p:spPr>
          <a:xfrm rot="18900000" flipV="1">
            <a:off x="-505208" y="5109592"/>
            <a:ext cx="3652636" cy="3030780"/>
          </a:xfrm>
          <a:custGeom>
            <a:avLst/>
            <a:gdLst>
              <a:gd name="connsiteX0" fmla="*/ 3478701 w 3478701"/>
              <a:gd name="connsiteY0" fmla="*/ 2164843 h 2164843"/>
              <a:gd name="connsiteX1" fmla="*/ 1624733 w 3478701"/>
              <a:gd name="connsiteY1" fmla="*/ 0 h 2164843"/>
              <a:gd name="connsiteX2" fmla="*/ 87393 w 3478701"/>
              <a:gd name="connsiteY2" fmla="*/ 954459 h 2164843"/>
              <a:gd name="connsiteX3" fmla="*/ 0 w 3478701"/>
              <a:gd name="connsiteY3" fmla="*/ 1122434 h 2164843"/>
              <a:gd name="connsiteX4" fmla="*/ 736015 w 3478701"/>
              <a:gd name="connsiteY4" fmla="*/ 1858449 h 2164843"/>
              <a:gd name="connsiteX5" fmla="*/ 739424 w 3478701"/>
              <a:gd name="connsiteY5" fmla="*/ 1842964 h 2164843"/>
              <a:gd name="connsiteX6" fmla="*/ 1624733 w 3478701"/>
              <a:gd name="connsiteY6" fmla="*/ 1082422 h 2164843"/>
              <a:gd name="connsiteX7" fmla="*/ 2551716 w 3478701"/>
              <a:gd name="connsiteY7" fmla="*/ 2164843 h 21648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78701" h="2164843">
                <a:moveTo>
                  <a:pt x="3478701" y="2164843"/>
                </a:moveTo>
                <a:cubicBezTo>
                  <a:pt x="3478701" y="969234"/>
                  <a:pt x="2648651" y="0"/>
                  <a:pt x="1624733" y="0"/>
                </a:cubicBezTo>
                <a:cubicBezTo>
                  <a:pt x="984784" y="0"/>
                  <a:pt x="420564" y="378607"/>
                  <a:pt x="87393" y="954459"/>
                </a:cubicBezTo>
                <a:lnTo>
                  <a:pt x="0" y="1122434"/>
                </a:lnTo>
                <a:lnTo>
                  <a:pt x="736015" y="1858449"/>
                </a:lnTo>
                <a:lnTo>
                  <a:pt x="739424" y="1842964"/>
                </a:lnTo>
                <a:cubicBezTo>
                  <a:pt x="856791" y="1402344"/>
                  <a:pt x="1208766" y="1082422"/>
                  <a:pt x="1624733" y="1082422"/>
                </a:cubicBezTo>
                <a:cubicBezTo>
                  <a:pt x="2136692" y="1082422"/>
                  <a:pt x="2551716" y="1567038"/>
                  <a:pt x="2551716" y="2164843"/>
                </a:cubicBezTo>
                <a:close/>
              </a:path>
            </a:pathLst>
          </a:custGeom>
          <a:solidFill>
            <a:schemeClr val="bg2">
              <a:lumMod val="50000"/>
              <a:lumOff val="50000"/>
              <a:alpha val="40000"/>
            </a:schemeClr>
          </a:solidFill>
          <a:ln>
            <a:noFill/>
          </a:ln>
          <a:effectLst>
            <a:softEdge rad="381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223" dirty="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C472EFA-56B5-4A41-8D4B-E9F37727F34D}"/>
              </a:ext>
            </a:extLst>
          </p:cNvPr>
          <p:cNvSpPr/>
          <p:nvPr/>
        </p:nvSpPr>
        <p:spPr>
          <a:xfrm rot="13500000" flipV="1">
            <a:off x="1550407" y="4139365"/>
            <a:ext cx="299874" cy="979837"/>
          </a:xfrm>
          <a:prstGeom prst="ellipse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  <a:effectLst>
            <a:innerShdw blurRad="1270000" dist="2540000">
              <a:schemeClr val="accent1">
                <a:lumMod val="60000"/>
                <a:lumOff val="40000"/>
                <a:alpha val="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6012" tIns="48006" rIns="96012" bIns="4800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223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33781B6C-21AD-489D-A3CB-522BB2AC543F}"/>
              </a:ext>
            </a:extLst>
          </p:cNvPr>
          <p:cNvSpPr>
            <a:spLocks noChangeAspect="1"/>
          </p:cNvSpPr>
          <p:nvPr/>
        </p:nvSpPr>
        <p:spPr>
          <a:xfrm>
            <a:off x="1869694" y="539330"/>
            <a:ext cx="1134000" cy="1512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>
                  <a:lumMod val="10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254000" dist="127000" dir="2700000">
              <a:schemeClr val="accent1">
                <a:lumMod val="60000"/>
                <a:lumOff val="40000"/>
                <a:alpha val="4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6012" tIns="48006" rIns="96012" bIns="4800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223"/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1AD5B80-530E-44CD-8D4A-2796FB214CBF}"/>
              </a:ext>
            </a:extLst>
          </p:cNvPr>
          <p:cNvGrpSpPr/>
          <p:nvPr/>
        </p:nvGrpSpPr>
        <p:grpSpPr>
          <a:xfrm>
            <a:off x="654341" y="2119610"/>
            <a:ext cx="770970" cy="1064708"/>
            <a:chOff x="5243759" y="1363788"/>
            <a:chExt cx="734257" cy="760506"/>
          </a:xfrm>
        </p:grpSpPr>
        <p:sp>
          <p:nvSpPr>
            <p:cNvPr id="52" name="Freeform 5">
              <a:extLst>
                <a:ext uri="{FF2B5EF4-FFF2-40B4-BE49-F238E27FC236}">
                  <a16:creationId xmlns:a16="http://schemas.microsoft.com/office/drawing/2014/main" id="{2F746AA8-9050-4515-9B17-BC8503685299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223"/>
            </a:p>
          </p:txBody>
        </p:sp>
        <p:sp>
          <p:nvSpPr>
            <p:cNvPr id="53" name="Freeform 6">
              <a:extLst>
                <a:ext uri="{FF2B5EF4-FFF2-40B4-BE49-F238E27FC236}">
                  <a16:creationId xmlns:a16="http://schemas.microsoft.com/office/drawing/2014/main" id="{23EC1AC3-1698-46D5-80B7-F22F15E1A5E4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223"/>
            </a:p>
          </p:txBody>
        </p:sp>
        <p:sp>
          <p:nvSpPr>
            <p:cNvPr id="54" name="Freeform 8">
              <a:extLst>
                <a:ext uri="{FF2B5EF4-FFF2-40B4-BE49-F238E27FC236}">
                  <a16:creationId xmlns:a16="http://schemas.microsoft.com/office/drawing/2014/main" id="{73766156-553C-46EB-93FA-4F37CC0FF5CF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223"/>
            </a:p>
          </p:txBody>
        </p:sp>
      </p:grpSp>
    </p:spTree>
    <p:extLst>
      <p:ext uri="{BB962C8B-B14F-4D97-AF65-F5344CB8AC3E}">
        <p14:creationId xmlns:p14="http://schemas.microsoft.com/office/powerpoint/2010/main" val="19240791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81B449-7B97-41DC-B23F-65EDCBD316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E9E0E3-ECF6-4CFE-8698-AEFEBCECC3C0}" type="datetime2">
              <a:rPr lang="en-US" smtClean="0"/>
              <a:t>Saturday, April 18,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C6B46D5-337B-4906-8412-4EEA3884F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36F230-C9A7-407A-B923-873839C8D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17075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778B0BE9-88B0-4883-9BA9-CD594C400EC1}"/>
              </a:ext>
            </a:extLst>
          </p:cNvPr>
          <p:cNvGrpSpPr/>
          <p:nvPr/>
        </p:nvGrpSpPr>
        <p:grpSpPr>
          <a:xfrm>
            <a:off x="5197113" y="7156605"/>
            <a:ext cx="1326094" cy="1869840"/>
            <a:chOff x="2678417" y="2427951"/>
            <a:chExt cx="1262947" cy="1335600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C59DCBF3-7AFA-4CD1-A918-BC6DDE674E6C}"/>
                </a:ext>
              </a:extLst>
            </p:cNvPr>
            <p:cNvSpPr>
              <a:spLocks noChangeAspect="1"/>
            </p:cNvSpPr>
            <p:nvPr/>
          </p:nvSpPr>
          <p:spPr>
            <a:xfrm rot="2700000">
              <a:off x="2769891" y="2336477"/>
              <a:ext cx="1080000" cy="1262947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75000"/>
                    <a:lumOff val="25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254000" dist="101600" dir="2700000">
                <a:schemeClr val="accent1">
                  <a:lumMod val="60000"/>
                  <a:lumOff val="40000"/>
                  <a:alpha val="4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223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6964A02-96E1-4654-9187-DDDE7409F75B}"/>
                </a:ext>
              </a:extLst>
            </p:cNvPr>
            <p:cNvSpPr/>
            <p:nvPr/>
          </p:nvSpPr>
          <p:spPr>
            <a:xfrm rot="8100000">
              <a:off x="2784291" y="2683551"/>
              <a:ext cx="540000" cy="1080000"/>
            </a:xfrm>
            <a:prstGeom prst="ellipse">
              <a:avLst/>
            </a:prstGeom>
            <a:gradFill>
              <a:gsLst>
                <a:gs pos="100000">
                  <a:schemeClr val="bg2">
                    <a:lumMod val="90000"/>
                    <a:lumOff val="10000"/>
                  </a:schemeClr>
                </a:gs>
                <a:gs pos="50000">
                  <a:schemeClr val="bg2">
                    <a:lumMod val="95000"/>
                    <a:lumOff val="5000"/>
                  </a:schemeClr>
                </a:gs>
              </a:gsLst>
              <a:lin ang="5400000" scaled="0"/>
            </a:gra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223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F3FF76C-A012-4CDA-8AE7-E94139557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8407" y="768986"/>
            <a:ext cx="11644789" cy="1378839"/>
          </a:xfrm>
        </p:spPr>
        <p:txBody>
          <a:bodyPr anchor="t">
            <a:normAutofit/>
          </a:bodyPr>
          <a:lstStyle>
            <a:lvl1pPr>
              <a:lnSpc>
                <a:spcPct val="100000"/>
              </a:lnSpc>
              <a:defRPr sz="33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1A4C80-DC38-4641-924F-90D6078CF5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10564" y="2450085"/>
            <a:ext cx="7712630" cy="6079871"/>
          </a:xfrm>
        </p:spPr>
        <p:txBody>
          <a:bodyPr>
            <a:normAutofit/>
          </a:bodyPr>
          <a:lstStyle>
            <a:lvl1pPr>
              <a:defRPr sz="1680"/>
            </a:lvl1pPr>
            <a:lvl2pPr>
              <a:defRPr sz="1680"/>
            </a:lvl2pPr>
            <a:lvl3pPr>
              <a:defRPr sz="1680"/>
            </a:lvl3pPr>
            <a:lvl4pPr>
              <a:defRPr sz="1680"/>
            </a:lvl4pPr>
            <a:lvl5pPr>
              <a:defRPr sz="168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C42771-D3A7-4072-85DC-B7C5E530E8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78407" y="2450085"/>
            <a:ext cx="3743801" cy="6079871"/>
          </a:xfrm>
        </p:spPr>
        <p:txBody>
          <a:bodyPr/>
          <a:lstStyle>
            <a:lvl1pPr marL="0" indent="0">
              <a:buNone/>
              <a:defRPr sz="1680"/>
            </a:lvl1pPr>
            <a:lvl2pPr marL="480060" indent="0">
              <a:buNone/>
              <a:defRPr sz="1470"/>
            </a:lvl2pPr>
            <a:lvl3pPr marL="960120" indent="0">
              <a:buNone/>
              <a:defRPr sz="1260"/>
            </a:lvl3pPr>
            <a:lvl4pPr marL="1440180" indent="0">
              <a:buNone/>
              <a:defRPr sz="1050"/>
            </a:lvl4pPr>
            <a:lvl5pPr marL="1920240" indent="0">
              <a:buNone/>
              <a:defRPr sz="1050"/>
            </a:lvl5pPr>
            <a:lvl6pPr marL="2400300" indent="0">
              <a:buNone/>
              <a:defRPr sz="1050"/>
            </a:lvl6pPr>
            <a:lvl7pPr marL="2880360" indent="0">
              <a:buNone/>
              <a:defRPr sz="1050"/>
            </a:lvl7pPr>
            <a:lvl8pPr marL="3360420" indent="0">
              <a:buNone/>
              <a:defRPr sz="1050"/>
            </a:lvl8pPr>
            <a:lvl9pPr marL="3840480" indent="0">
              <a:buNone/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D47AB1-6EB5-4E2C-B4A7-42DC643E9F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462FC-960E-4740-921F-B36862979F21}" type="datetime2">
              <a:rPr lang="en-US" smtClean="0"/>
              <a:t>Saturday, April 18,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A9D15F-B6ED-46E1-9840-0B625880EE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AEB023-7A5E-4087-B75E-A38A80EE5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19624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F98F1FBA-F8BB-42CF-8B3E-D19AAFEE96C1}"/>
              </a:ext>
            </a:extLst>
          </p:cNvPr>
          <p:cNvGrpSpPr/>
          <p:nvPr/>
        </p:nvGrpSpPr>
        <p:grpSpPr>
          <a:xfrm>
            <a:off x="351713" y="7161725"/>
            <a:ext cx="770970" cy="1064708"/>
            <a:chOff x="5243759" y="1363788"/>
            <a:chExt cx="734257" cy="760506"/>
          </a:xfrm>
        </p:grpSpPr>
        <p:sp>
          <p:nvSpPr>
            <p:cNvPr id="18" name="Freeform 5">
              <a:extLst>
                <a:ext uri="{FF2B5EF4-FFF2-40B4-BE49-F238E27FC236}">
                  <a16:creationId xmlns:a16="http://schemas.microsoft.com/office/drawing/2014/main" id="{60EE09DD-C3DB-4266-BCC3-A765CFFBF379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223"/>
            </a:p>
          </p:txBody>
        </p:sp>
        <p:sp>
          <p:nvSpPr>
            <p:cNvPr id="19" name="Freeform 6">
              <a:extLst>
                <a:ext uri="{FF2B5EF4-FFF2-40B4-BE49-F238E27FC236}">
                  <a16:creationId xmlns:a16="http://schemas.microsoft.com/office/drawing/2014/main" id="{5F301FE0-96DC-4EFB-BBEE-AED762C337C9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223"/>
            </a:p>
          </p:txBody>
        </p:sp>
        <p:sp>
          <p:nvSpPr>
            <p:cNvPr id="20" name="Freeform 8">
              <a:extLst>
                <a:ext uri="{FF2B5EF4-FFF2-40B4-BE49-F238E27FC236}">
                  <a16:creationId xmlns:a16="http://schemas.microsoft.com/office/drawing/2014/main" id="{3BEAD276-8850-4C0C-9777-8537000D522A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223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E5EE0A0-B07E-479B-9684-4BD09FA43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8406" y="805573"/>
            <a:ext cx="4725590" cy="1378839"/>
          </a:xfr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lang="en-US" sz="3360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1893A9-3462-4F51-83AE-5D2F124B98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530691" y="805573"/>
            <a:ext cx="6692504" cy="8026642"/>
          </a:xfrm>
        </p:spPr>
        <p:txBody>
          <a:bodyPr>
            <a:normAutofit/>
          </a:bodyPr>
          <a:lstStyle>
            <a:lvl1pPr marL="0" indent="0">
              <a:buNone/>
              <a:defRPr sz="1680"/>
            </a:lvl1pPr>
            <a:lvl2pPr marL="480060" indent="0">
              <a:buNone/>
              <a:defRPr sz="2940"/>
            </a:lvl2pPr>
            <a:lvl3pPr marL="960120" indent="0">
              <a:buNone/>
              <a:defRPr sz="2520"/>
            </a:lvl3pPr>
            <a:lvl4pPr marL="1440180" indent="0">
              <a:buNone/>
              <a:defRPr sz="2100"/>
            </a:lvl4pPr>
            <a:lvl5pPr marL="1920240" indent="0">
              <a:buNone/>
              <a:defRPr sz="2100"/>
            </a:lvl5pPr>
            <a:lvl6pPr marL="2400300" indent="0">
              <a:buNone/>
              <a:defRPr sz="2100"/>
            </a:lvl6pPr>
            <a:lvl7pPr marL="2880360" indent="0">
              <a:buNone/>
              <a:defRPr sz="2100"/>
            </a:lvl7pPr>
            <a:lvl8pPr marL="3360420" indent="0">
              <a:buNone/>
              <a:defRPr sz="2100"/>
            </a:lvl8pPr>
            <a:lvl9pPr marL="3840480" indent="0">
              <a:buNone/>
              <a:defRPr sz="21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A9240C-79C0-4A88-A476-725DE1B9C2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78406" y="2486673"/>
            <a:ext cx="4725590" cy="6345542"/>
          </a:xfrm>
        </p:spPr>
        <p:txBody>
          <a:bodyPr anchor="t" anchorCtr="0"/>
          <a:lstStyle>
            <a:lvl1pPr marL="0" indent="0">
              <a:buNone/>
              <a:defRPr sz="1680"/>
            </a:lvl1pPr>
            <a:lvl2pPr marL="480060" indent="0">
              <a:buNone/>
              <a:defRPr sz="1470"/>
            </a:lvl2pPr>
            <a:lvl3pPr marL="960120" indent="0">
              <a:buNone/>
              <a:defRPr sz="1260"/>
            </a:lvl3pPr>
            <a:lvl4pPr marL="1440180" indent="0">
              <a:buNone/>
              <a:defRPr sz="1050"/>
            </a:lvl4pPr>
            <a:lvl5pPr marL="1920240" indent="0">
              <a:buNone/>
              <a:defRPr sz="1050"/>
            </a:lvl5pPr>
            <a:lvl6pPr marL="2400300" indent="0">
              <a:buNone/>
              <a:defRPr sz="1050"/>
            </a:lvl6pPr>
            <a:lvl7pPr marL="2880360" indent="0">
              <a:buNone/>
              <a:defRPr sz="1050"/>
            </a:lvl7pPr>
            <a:lvl8pPr marL="3360420" indent="0">
              <a:buNone/>
              <a:defRPr sz="1050"/>
            </a:lvl8pPr>
            <a:lvl9pPr marL="3840480" indent="0">
              <a:buNone/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7D2D6F-49E8-4217-A908-2D9E435835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0BC9E2-CB44-4C05-9BB5-496C18A241E0}" type="datetime2">
              <a:rPr lang="en-US" smtClean="0"/>
              <a:t>Saturday, April 18,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1C4440-6B8D-4A24-A807-8B1302A3DF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CFE189-E20B-4108-B290-244424336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0557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879361-B9A1-48F2-9473-23DE30E2D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8406" y="705469"/>
            <a:ext cx="11644789" cy="1866280"/>
          </a:xfr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986779-C2F3-447D-85F7-F6B0E2C97D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61572-1A59-4E3B-BA65-3329E9468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2EBD84-71F4-4271-8C46-0D47C0A9B12E}" type="datetime2">
              <a:rPr lang="en-US" smtClean="0"/>
              <a:t>Saturday, April 18,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EF84F1-99FE-4F0B-9E76-F581C2C1B6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2D769-16B1-43C4-BF14-317553351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4914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56583A-514F-4632-820D-E7EE236A46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161145" y="511175"/>
            <a:ext cx="2760345" cy="81365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73CBBB-7DDC-4437-8C7D-22A1C35202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80110" y="511175"/>
            <a:ext cx="8121015" cy="813657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C69EBF-DA20-4024-8006-B158D571E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E0CE1-F450-4107-B2CB-17B18F8A3F4A}" type="datetime2">
              <a:rPr lang="en-US" smtClean="0"/>
              <a:t>Saturday, April 18,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BAC8B9-14B5-4DF1-994D-AB47DB3BA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876582-5F9B-4F5E-AAD5-D608CB68E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63564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028302-E866-455D-8898-536230275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8407" y="771121"/>
            <a:ext cx="11644789" cy="1866280"/>
          </a:xfrm>
          <a:prstGeom prst="rect">
            <a:avLst/>
          </a:prstGeom>
        </p:spPr>
        <p:txBody>
          <a:bodyPr vert="horz" wrap="square" lIns="0" tIns="0" rIns="0" bIns="0" rtlCol="0" anchor="t" anchorCtr="0">
            <a:normAutofit/>
          </a:bodyPr>
          <a:lstStyle/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94E72B-F0CF-4BC4-B509-A1C4508BE4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8406" y="2959408"/>
            <a:ext cx="11646180" cy="5570548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ACE49D-C22F-4540-AC09-E421D2A2ED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78406" y="9145106"/>
            <a:ext cx="2760345" cy="14542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945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fld id="{246CB39B-5F4C-4A7E-9BE3-AAFD45576D16}" type="datetime2">
              <a:rPr lang="en-US" smtClean="0"/>
              <a:t>Saturday, April 18, 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D5C3BE-317E-49E8-82B5-C8A7EC9C8A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27107" y="9145106"/>
            <a:ext cx="6698171" cy="14542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945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r>
              <a:rPr lang="en-US"/>
              <a:t>Sample Footer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574E12-6C16-431F-B2CE-E4B15916BA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446306" y="9145106"/>
            <a:ext cx="1776888" cy="14542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945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fld id="{DBA1B0FB-D917-4C8C-928F-313BD683BF3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81390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46" r:id="rId1"/>
    <p:sldLayoutId id="2147483747" r:id="rId2"/>
    <p:sldLayoutId id="2147483748" r:id="rId3"/>
    <p:sldLayoutId id="2147483749" r:id="rId4"/>
    <p:sldLayoutId id="2147483750" r:id="rId5"/>
    <p:sldLayoutId id="2147483744" r:id="rId6"/>
    <p:sldLayoutId id="2147483740" r:id="rId7"/>
    <p:sldLayoutId id="2147483741" r:id="rId8"/>
    <p:sldLayoutId id="2147483742" r:id="rId9"/>
    <p:sldLayoutId id="2147483743" r:id="rId10"/>
    <p:sldLayoutId id="2147483745" r:id="rId11"/>
  </p:sldLayoutIdLst>
  <p:hf sldNum="0" hdr="0" ftr="0" dt="0"/>
  <p:txStyles>
    <p:titleStyle>
      <a:lvl1pPr algn="l" defTabSz="960120" rtl="0" eaLnBrk="1" latinLnBrk="0" hangingPunct="1">
        <a:lnSpc>
          <a:spcPct val="100000"/>
        </a:lnSpc>
        <a:spcBef>
          <a:spcPct val="0"/>
        </a:spcBef>
        <a:buNone/>
        <a:defRPr lang="en-US" sz="5040" kern="1200" dirty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0030" indent="-240030" algn="l" defTabSz="960120" rtl="0" eaLnBrk="1" latinLnBrk="0" hangingPunct="1">
        <a:lnSpc>
          <a:spcPct val="110000"/>
        </a:lnSpc>
        <a:spcBef>
          <a:spcPts val="1050"/>
        </a:spcBef>
        <a:spcAft>
          <a:spcPts val="840"/>
        </a:spcAft>
        <a:buFont typeface="Arial" panose="020B0604020202020204" pitchFamily="34" charset="0"/>
        <a:buChar char="•"/>
        <a:defRPr sz="210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1pPr>
      <a:lvl2pPr marL="720090" indent="-240030" algn="l" defTabSz="960120" rtl="0" eaLnBrk="1" latinLnBrk="0" hangingPunct="1">
        <a:lnSpc>
          <a:spcPct val="110000"/>
        </a:lnSpc>
        <a:spcBef>
          <a:spcPts val="525"/>
        </a:spcBef>
        <a:spcAft>
          <a:spcPts val="840"/>
        </a:spcAft>
        <a:buFont typeface="Arial" panose="020B0604020202020204" pitchFamily="34" charset="0"/>
        <a:buChar char="•"/>
        <a:defRPr sz="147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2pPr>
      <a:lvl3pPr marL="1200150" indent="-240030" algn="l" defTabSz="960120" rtl="0" eaLnBrk="1" latinLnBrk="0" hangingPunct="1">
        <a:lnSpc>
          <a:spcPct val="110000"/>
        </a:lnSpc>
        <a:spcBef>
          <a:spcPts val="525"/>
        </a:spcBef>
        <a:spcAft>
          <a:spcPts val="840"/>
        </a:spcAft>
        <a:buFont typeface="Arial" panose="020B0604020202020204" pitchFamily="34" charset="0"/>
        <a:buChar char="•"/>
        <a:defRPr sz="147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3pPr>
      <a:lvl4pPr marL="1680210" indent="-240030" algn="l" defTabSz="960120" rtl="0" eaLnBrk="1" latinLnBrk="0" hangingPunct="1">
        <a:lnSpc>
          <a:spcPct val="110000"/>
        </a:lnSpc>
        <a:spcBef>
          <a:spcPts val="525"/>
        </a:spcBef>
        <a:spcAft>
          <a:spcPts val="840"/>
        </a:spcAft>
        <a:buFont typeface="Arial" panose="020B0604020202020204" pitchFamily="34" charset="0"/>
        <a:buChar char="•"/>
        <a:defRPr sz="147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4pPr>
      <a:lvl5pPr marL="2160270" indent="-240030" algn="l" defTabSz="960120" rtl="0" eaLnBrk="1" latinLnBrk="0" hangingPunct="1">
        <a:lnSpc>
          <a:spcPct val="110000"/>
        </a:lnSpc>
        <a:spcBef>
          <a:spcPts val="525"/>
        </a:spcBef>
        <a:spcAft>
          <a:spcPts val="840"/>
        </a:spcAft>
        <a:buFont typeface="Arial" panose="020B0604020202020204" pitchFamily="34" charset="0"/>
        <a:buChar char="•"/>
        <a:defRPr sz="147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5pPr>
      <a:lvl6pPr marL="2640330" indent="-240030" algn="l" defTabSz="96012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6pPr>
      <a:lvl7pPr marL="3120390" indent="-240030" algn="l" defTabSz="96012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7pPr>
      <a:lvl8pPr marL="3600450" indent="-240030" algn="l" defTabSz="96012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8pPr>
      <a:lvl9pPr marL="4080510" indent="-240030" algn="l" defTabSz="96012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1pPr>
      <a:lvl2pPr marL="48006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2pPr>
      <a:lvl3pPr marL="96012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3pPr>
      <a:lvl4pPr marL="144018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4pPr>
      <a:lvl5pPr marL="192024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5pPr>
      <a:lvl6pPr marL="240030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6pPr>
      <a:lvl7pPr marL="288036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7pPr>
      <a:lvl8pPr marL="336042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8pPr>
      <a:lvl9pPr marL="384048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pn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12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5" Type="http://schemas.openxmlformats.org/officeDocument/2006/relationships/image" Target="../media/image2.png"/><Relationship Id="rId15" Type="http://schemas.openxmlformats.org/officeDocument/2006/relationships/image" Target="../media/image12.png"/><Relationship Id="rId10" Type="http://schemas.openxmlformats.org/officeDocument/2006/relationships/image" Target="../media/image7.png"/><Relationship Id="rId4" Type="http://schemas.openxmlformats.org/officeDocument/2006/relationships/hyperlink" Target="mailto:michael.hooper@students.Plymouth.ac.uk" TargetMode="External"/><Relationship Id="rId9" Type="http://schemas.openxmlformats.org/officeDocument/2006/relationships/image" Target="../media/image6.png"/><Relationship Id="rId1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1DB043B4-68C6-45B9-82AC-A5800EADB8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200150"/>
            <a:ext cx="12801600" cy="72009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23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F26224E-E75A-4171-C2B5-EA577C479A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446" y="0"/>
            <a:ext cx="12801600" cy="868765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C6D66A4-6FEA-CE19-CB00-4059E5B847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59907" y="8687652"/>
            <a:ext cx="6902196" cy="910567"/>
          </a:xfrm>
        </p:spPr>
        <p:txBody>
          <a:bodyPr wrap="square"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GB" sz="1890" dirty="0"/>
              <a:t>Michael Hooper</a:t>
            </a:r>
            <a:br>
              <a:rPr lang="en-GB" sz="1890" dirty="0"/>
            </a:br>
            <a:r>
              <a:rPr lang="en-GB" sz="1890" dirty="0">
                <a:hlinkClick r:id="rId4"/>
              </a:rPr>
              <a:t>michael.hooper@students.plymouth.ac.uk</a:t>
            </a:r>
            <a:br>
              <a:rPr lang="en-GB" sz="1890" dirty="0"/>
            </a:br>
            <a:r>
              <a:rPr lang="en-GB" sz="1890" dirty="0"/>
              <a:t>BSc (Hons) Computer Science (Games Development)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337EA23-6703-4C96-9EEB-A408CBDD67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7262566"/>
            <a:ext cx="12801600" cy="1138485"/>
          </a:xfrm>
          <a:prstGeom prst="rect">
            <a:avLst/>
          </a:prstGeom>
          <a:gradFill flip="none" rotWithShape="1">
            <a:gsLst>
              <a:gs pos="100000">
                <a:schemeClr val="bg2">
                  <a:alpha val="60000"/>
                </a:schemeClr>
              </a:gs>
              <a:gs pos="40000">
                <a:schemeClr val="bg2">
                  <a:alpha val="0"/>
                </a:scheme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23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4FFF2E3-AB4B-AFD4-0596-7A766066BD5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4708" y="8687651"/>
            <a:ext cx="1742446" cy="91056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BE86DEA-2F0A-1EF0-0B84-0240C8A1A3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01249" y="8573692"/>
            <a:ext cx="1138485" cy="113848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CC5208E-FE56-C9A6-3684-094CEAB498D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115" y="8764658"/>
            <a:ext cx="2464309" cy="75655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3FE44DE-BC03-61CC-5886-3CA9273730E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3" y="3886763"/>
            <a:ext cx="1417320" cy="2417685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8382977B-C19A-52B0-757B-D1D7D14217C6}"/>
              </a:ext>
            </a:extLst>
          </p:cNvPr>
          <p:cNvSpPr/>
          <p:nvPr/>
        </p:nvSpPr>
        <p:spPr>
          <a:xfrm>
            <a:off x="2790123" y="964839"/>
            <a:ext cx="7208901" cy="1254481"/>
          </a:xfrm>
          <a:prstGeom prst="rect">
            <a:avLst/>
          </a:prstGeom>
          <a:solidFill>
            <a:srgbClr val="000000">
              <a:alpha val="74902"/>
            </a:srgbClr>
          </a:solidFill>
          <a:ln>
            <a:solidFill>
              <a:srgbClr val="000000">
                <a:alpha val="50196"/>
              </a:srgb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223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C344758-EA4E-2405-7EDC-A98EA2682C86}"/>
              </a:ext>
            </a:extLst>
          </p:cNvPr>
          <p:cNvSpPr txBox="1"/>
          <p:nvPr/>
        </p:nvSpPr>
        <p:spPr>
          <a:xfrm>
            <a:off x="2781226" y="957436"/>
            <a:ext cx="7217798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u="sng" dirty="0"/>
              <a:t>Summary</a:t>
            </a:r>
          </a:p>
          <a:p>
            <a:pPr marL="180023" indent="-180023" algn="ctr">
              <a:buFont typeface="Arial" panose="020B0604020202020204" pitchFamily="34" charset="0"/>
              <a:buChar char="•"/>
            </a:pPr>
            <a:r>
              <a:rPr lang="en-GB" sz="1600" dirty="0"/>
              <a:t>Play as a fisherman on the search for the most delicious fish in the land.</a:t>
            </a:r>
          </a:p>
          <a:p>
            <a:pPr marL="180023" indent="-180023" algn="ctr">
              <a:buFont typeface="Arial" panose="020B0604020202020204" pitchFamily="34" charset="0"/>
              <a:buChar char="•"/>
            </a:pPr>
            <a:r>
              <a:rPr lang="en-GB" sz="1600" dirty="0"/>
              <a:t>Swing around with your trusty fishing rod and throw bait to catch fish.</a:t>
            </a:r>
          </a:p>
          <a:p>
            <a:pPr marL="180023" indent="-180023" algn="ctr">
              <a:buFont typeface="Arial" panose="020B0604020202020204" pitchFamily="34" charset="0"/>
              <a:buChar char="•"/>
            </a:pPr>
            <a:r>
              <a:rPr lang="en-GB" sz="1600" dirty="0"/>
              <a:t>Master your fishing technique before being tested by challenging bosses.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8AAA8A3-093D-F80C-B193-AA48BA551F09}"/>
              </a:ext>
            </a:extLst>
          </p:cNvPr>
          <p:cNvSpPr/>
          <p:nvPr/>
        </p:nvSpPr>
        <p:spPr>
          <a:xfrm>
            <a:off x="-1557" y="2606532"/>
            <a:ext cx="2809245" cy="1276176"/>
          </a:xfrm>
          <a:prstGeom prst="rect">
            <a:avLst/>
          </a:prstGeom>
          <a:solidFill>
            <a:srgbClr val="000000">
              <a:alpha val="50196"/>
            </a:srgb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223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D5E1366-ECAF-B043-E534-F9BBB70A2302}"/>
              </a:ext>
            </a:extLst>
          </p:cNvPr>
          <p:cNvSpPr txBox="1"/>
          <p:nvPr/>
        </p:nvSpPr>
        <p:spPr>
          <a:xfrm>
            <a:off x="-13343" y="2623303"/>
            <a:ext cx="2794569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u="sng" dirty="0"/>
              <a:t>Bait</a:t>
            </a:r>
          </a:p>
          <a:p>
            <a:pPr algn="ctr"/>
            <a:r>
              <a:rPr lang="en-GB" sz="1400" dirty="0"/>
              <a:t>Throughout the game, there are various types of bait that the player can obtain that provide different play patterns.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F73AA51E-4923-CDD1-4133-F1184B21179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09983" y="3886763"/>
            <a:ext cx="1397705" cy="241363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1205FD5D-DED8-455E-54BB-2BC28036D3C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-1" y="6305351"/>
            <a:ext cx="1412873" cy="2378341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660CCF62-1E69-B08F-9E7C-D8E4C666260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12872" y="6303546"/>
            <a:ext cx="1394816" cy="2380146"/>
          </a:xfrm>
          <a:prstGeom prst="rect">
            <a:avLst/>
          </a:prstGeom>
        </p:spPr>
      </p:pic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E65147BC-9F9D-53BB-6C7E-24E5AD84E084}"/>
              </a:ext>
            </a:extLst>
          </p:cNvPr>
          <p:cNvSpPr/>
          <p:nvPr/>
        </p:nvSpPr>
        <p:spPr>
          <a:xfrm>
            <a:off x="6166884" y="5449632"/>
            <a:ext cx="3732510" cy="2657496"/>
          </a:xfrm>
          <a:prstGeom prst="roundRect">
            <a:avLst>
              <a:gd name="adj" fmla="val 2992"/>
            </a:avLst>
          </a:prstGeom>
          <a:solidFill>
            <a:srgbClr val="000000">
              <a:alpha val="74902"/>
            </a:srgb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223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B456EB-F03E-8A49-38AF-7CBFBF7742BB}"/>
              </a:ext>
            </a:extLst>
          </p:cNvPr>
          <p:cNvSpPr/>
          <p:nvPr/>
        </p:nvSpPr>
        <p:spPr>
          <a:xfrm>
            <a:off x="2787900" y="95291"/>
            <a:ext cx="7213349" cy="769329"/>
          </a:xfrm>
          <a:prstGeom prst="rect">
            <a:avLst/>
          </a:prstGeom>
          <a:solidFill>
            <a:srgbClr val="000000">
              <a:alpha val="74902"/>
            </a:srgb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789AA8-6854-86EE-0627-2E8609BBD182}"/>
              </a:ext>
            </a:extLst>
          </p:cNvPr>
          <p:cNvSpPr txBox="1"/>
          <p:nvPr/>
        </p:nvSpPr>
        <p:spPr>
          <a:xfrm>
            <a:off x="2804799" y="15354"/>
            <a:ext cx="720890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Zain Fishing Hooks" panose="02000503000000000000" pitchFamily="2" charset="0"/>
              </a:rPr>
              <a:t>Hook line and slinger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870B11C9-D814-92BC-71D2-515402425ABF}"/>
              </a:ext>
            </a:extLst>
          </p:cNvPr>
          <p:cNvSpPr/>
          <p:nvPr/>
        </p:nvSpPr>
        <p:spPr>
          <a:xfrm>
            <a:off x="3072861" y="2740358"/>
            <a:ext cx="2461845" cy="2647359"/>
          </a:xfrm>
          <a:prstGeom prst="roundRect">
            <a:avLst>
              <a:gd name="adj" fmla="val 3333"/>
            </a:avLst>
          </a:prstGeom>
          <a:solidFill>
            <a:srgbClr val="000000">
              <a:alpha val="74902"/>
            </a:srgb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13C9D004-D490-C68A-1BA6-76449FA1ED19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138112" y="2807447"/>
            <a:ext cx="2331341" cy="1717293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D808267A-0CFE-312B-6B6F-F706C2730176}"/>
              </a:ext>
            </a:extLst>
          </p:cNvPr>
          <p:cNvSpPr txBox="1"/>
          <p:nvPr/>
        </p:nvSpPr>
        <p:spPr>
          <a:xfrm>
            <a:off x="3065490" y="4556720"/>
            <a:ext cx="24692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Move from one area to the next to encounter diverse enemies and challenges.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A9F7AE95-0423-3232-EBB2-7086B0AA2618}"/>
              </a:ext>
            </a:extLst>
          </p:cNvPr>
          <p:cNvSpPr/>
          <p:nvPr/>
        </p:nvSpPr>
        <p:spPr>
          <a:xfrm>
            <a:off x="5620758" y="2740358"/>
            <a:ext cx="1968197" cy="2647359"/>
          </a:xfrm>
          <a:prstGeom prst="roundRect">
            <a:avLst>
              <a:gd name="adj" fmla="val 3563"/>
            </a:avLst>
          </a:prstGeom>
          <a:solidFill>
            <a:srgbClr val="000000">
              <a:alpha val="74902"/>
            </a:srgb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EA132EEC-F09A-94F2-A3FC-435152CAFA8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92536" y="2818211"/>
            <a:ext cx="1844249" cy="1695763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10CADF2A-81D9-9E0F-3D8F-2A359C85A0E2}"/>
              </a:ext>
            </a:extLst>
          </p:cNvPr>
          <p:cNvSpPr txBox="1"/>
          <p:nvPr/>
        </p:nvSpPr>
        <p:spPr>
          <a:xfrm>
            <a:off x="5620757" y="4547264"/>
            <a:ext cx="19681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Use your fishing rod to grapple to rings around each level.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297AFF86-F149-0F13-11BF-0D6BEDEE2D5B}"/>
              </a:ext>
            </a:extLst>
          </p:cNvPr>
          <p:cNvSpPr/>
          <p:nvPr/>
        </p:nvSpPr>
        <p:spPr>
          <a:xfrm>
            <a:off x="7675005" y="2746324"/>
            <a:ext cx="2221055" cy="2630190"/>
          </a:xfrm>
          <a:prstGeom prst="roundRect">
            <a:avLst>
              <a:gd name="adj" fmla="val 2944"/>
            </a:avLst>
          </a:prstGeom>
          <a:solidFill>
            <a:srgbClr val="000000">
              <a:alpha val="74902"/>
            </a:srgb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5BF6EE4A-ED63-2098-9C11-B480794330C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738025" y="2827392"/>
            <a:ext cx="2098929" cy="1719872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8F30C585-FCFC-007B-73E9-64FB4B9222AB}"/>
              </a:ext>
            </a:extLst>
          </p:cNvPr>
          <p:cNvSpPr txBox="1"/>
          <p:nvPr/>
        </p:nvSpPr>
        <p:spPr>
          <a:xfrm>
            <a:off x="7678339" y="4564174"/>
            <a:ext cx="22210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Use grapple points to fly through the world or to reveal hidden paths.</a:t>
            </a: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28180014-961A-3C40-4EF5-B48B34745C55}"/>
              </a:ext>
            </a:extLst>
          </p:cNvPr>
          <p:cNvSpPr/>
          <p:nvPr/>
        </p:nvSpPr>
        <p:spPr>
          <a:xfrm>
            <a:off x="3075465" y="5449631"/>
            <a:ext cx="3042943" cy="2657496"/>
          </a:xfrm>
          <a:prstGeom prst="roundRect">
            <a:avLst>
              <a:gd name="adj" fmla="val 2992"/>
            </a:avLst>
          </a:prstGeom>
          <a:solidFill>
            <a:srgbClr val="000000">
              <a:alpha val="74902"/>
            </a:srgb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405CE23C-93BC-3392-064E-484AD2EC912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36775" y="5523428"/>
            <a:ext cx="2920321" cy="1986203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8B3A62AD-1D77-C173-1A02-240B2747EFB4}"/>
              </a:ext>
            </a:extLst>
          </p:cNvPr>
          <p:cNvSpPr txBox="1"/>
          <p:nvPr/>
        </p:nvSpPr>
        <p:spPr>
          <a:xfrm>
            <a:off x="3075465" y="7511974"/>
            <a:ext cx="30108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Sit at benches to rest and switch up your loadout.</a:t>
            </a: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C6C7742F-31C6-54C0-A181-08BA00962261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49141" y="5525576"/>
            <a:ext cx="3587813" cy="1981906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0469F113-1F62-FEB7-5285-2A1441E397DD}"/>
              </a:ext>
            </a:extLst>
          </p:cNvPr>
          <p:cNvSpPr txBox="1"/>
          <p:nvPr/>
        </p:nvSpPr>
        <p:spPr>
          <a:xfrm>
            <a:off x="6180232" y="7494184"/>
            <a:ext cx="37191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Fight various bosses that test different mechanics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902C15CA-61BF-EE18-9872-B6427FEEB07D}"/>
              </a:ext>
            </a:extLst>
          </p:cNvPr>
          <p:cNvSpPr/>
          <p:nvPr/>
        </p:nvSpPr>
        <p:spPr>
          <a:xfrm>
            <a:off x="9961217" y="2746325"/>
            <a:ext cx="2578135" cy="5348704"/>
          </a:xfrm>
          <a:prstGeom prst="roundRect">
            <a:avLst>
              <a:gd name="adj" fmla="val 3026"/>
            </a:avLst>
          </a:prstGeom>
          <a:solidFill>
            <a:srgbClr val="000000">
              <a:alpha val="74902"/>
            </a:srgb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BF25F8C-5B32-64CD-CF8E-CD1D8AF815E6}"/>
              </a:ext>
            </a:extLst>
          </p:cNvPr>
          <p:cNvSpPr txBox="1"/>
          <p:nvPr/>
        </p:nvSpPr>
        <p:spPr>
          <a:xfrm>
            <a:off x="9964550" y="2746324"/>
            <a:ext cx="2574801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For people of all ages who like games like Cuphead and Hollow Knight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A fishing rod for grappling hook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Pause menu in the style of a restaurant menu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Defeated fish and bosses appear on the menu as food with prices</a:t>
            </a:r>
          </a:p>
          <a:p>
            <a:endParaRPr lang="en-GB" sz="1600" dirty="0"/>
          </a:p>
          <a:p>
            <a:endParaRPr lang="en-GB" sz="1600" dirty="0"/>
          </a:p>
          <a:p>
            <a:endParaRPr lang="en-GB" sz="1600" dirty="0"/>
          </a:p>
          <a:p>
            <a:endParaRPr lang="en-GB" sz="1600" dirty="0"/>
          </a:p>
          <a:p>
            <a:r>
              <a:rPr lang="en-GB" sz="1600" dirty="0"/>
              <a:t>Additional features include: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Play on pc or controller!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Speedrun timer.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Data stored locally.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More levels in the future.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And much more!</a:t>
            </a:r>
          </a:p>
        </p:txBody>
      </p:sp>
    </p:spTree>
    <p:extLst>
      <p:ext uri="{BB962C8B-B14F-4D97-AF65-F5344CB8AC3E}">
        <p14:creationId xmlns:p14="http://schemas.microsoft.com/office/powerpoint/2010/main" val="3306501898"/>
      </p:ext>
    </p:extLst>
  </p:cSld>
  <p:clrMapOvr>
    <a:masterClrMapping/>
  </p:clrMapOvr>
</p:sld>
</file>

<file path=ppt/theme/theme1.xml><?xml version="1.0" encoding="utf-8"?>
<a:theme xmlns:a="http://schemas.openxmlformats.org/drawingml/2006/main" name="3DFloatVTI">
  <a:themeElements>
    <a:clrScheme name="Float">
      <a:dk1>
        <a:sysClr val="windowText" lastClr="000000"/>
      </a:dk1>
      <a:lt1>
        <a:sysClr val="window" lastClr="FFFFFF"/>
      </a:lt1>
      <a:dk2>
        <a:srgbClr val="1B192E"/>
      </a:dk2>
      <a:lt2>
        <a:srgbClr val="EAE5EB"/>
      </a:lt2>
      <a:accent1>
        <a:srgbClr val="13BE89"/>
      </a:accent1>
      <a:accent2>
        <a:srgbClr val="12B1BF"/>
      </a:accent2>
      <a:accent3>
        <a:srgbClr val="D40AA8"/>
      </a:accent3>
      <a:accent4>
        <a:srgbClr val="B86E62"/>
      </a:accent4>
      <a:accent5>
        <a:srgbClr val="A3A3C1"/>
      </a:accent5>
      <a:accent6>
        <a:srgbClr val="37335B"/>
      </a:accent6>
      <a:hlink>
        <a:srgbClr val="0066FF"/>
      </a:hlink>
      <a:folHlink>
        <a:srgbClr val="666699"/>
      </a:folHlink>
    </a:clrScheme>
    <a:fontScheme name="Float">
      <a:majorFont>
        <a:latin typeface="Sitka Heading"/>
        <a:ea typeface=""/>
        <a:cs typeface=""/>
      </a:majorFont>
      <a:minorFont>
        <a:latin typeface="Source Sans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3DFloatVTI" id="{F59BA300-ED19-4B39-9AE3-7882B1DE8B78}" vid="{0FEC63E3-719F-4F50-9F1E-5B8BAF39109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219</Words>
  <Application>Microsoft Office PowerPoint</Application>
  <PresentationFormat>A3 Paper (297x420 mm)</PresentationFormat>
  <Paragraphs>28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Arial</vt:lpstr>
      <vt:lpstr>Sitka Heading</vt:lpstr>
      <vt:lpstr>Source Sans Pro</vt:lpstr>
      <vt:lpstr>Zain Fishing Hooks</vt:lpstr>
      <vt:lpstr>3DFloatVTI</vt:lpstr>
      <vt:lpstr>Michael Hooper michael.hooper@students.plymouth.ac.uk BSc (Hons) Computer Science (Games Development)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mikey hooper</dc:creator>
  <cp:lastModifiedBy>mikey hooper</cp:lastModifiedBy>
  <cp:revision>17</cp:revision>
  <dcterms:created xsi:type="dcterms:W3CDTF">2026-03-15T12:39:50Z</dcterms:created>
  <dcterms:modified xsi:type="dcterms:W3CDTF">2026-04-20T08:36:06Z</dcterms:modified>
</cp:coreProperties>
</file>