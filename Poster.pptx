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Friday, March 20,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047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69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6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36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0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4079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0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Friday, March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35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Friday, March 20,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39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0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ichael.hooper@students.Plymouth.ac.uk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A0985-9ECE-3E73-D95D-C7FFED5299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" t="4550" r="-7" b="7040"/>
          <a:stretch>
            <a:fillRect/>
          </a:stretch>
        </p:blipFill>
        <p:spPr>
          <a:xfrm>
            <a:off x="-1" y="0"/>
            <a:ext cx="12191980" cy="5990792"/>
          </a:xfrm>
          <a:custGeom>
            <a:avLst/>
            <a:gdLst/>
            <a:ahLst/>
            <a:cxnLst/>
            <a:rect l="l" t="t" r="r" b="b"/>
            <a:pathLst>
              <a:path w="12192000" h="4774564">
                <a:moveTo>
                  <a:pt x="0" y="0"/>
                </a:moveTo>
                <a:lnTo>
                  <a:pt x="12192000" y="0"/>
                </a:lnTo>
                <a:lnTo>
                  <a:pt x="12192000" y="4774564"/>
                </a:lnTo>
                <a:lnTo>
                  <a:pt x="0" y="477456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6D66A4-6FEA-CE19-CB00-4059E5B8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8955" y="5990793"/>
            <a:ext cx="6573520" cy="867207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00" dirty="0"/>
              <a:t>Michael Hooper</a:t>
            </a:r>
            <a:br>
              <a:rPr lang="en-GB" sz="1800" dirty="0"/>
            </a:br>
            <a:r>
              <a:rPr lang="en-GB" sz="1800" dirty="0">
                <a:hlinkClick r:id="rId3"/>
              </a:rPr>
              <a:t>michael.hooper@students.Plymouth.ac.uk</a:t>
            </a:r>
            <a:br>
              <a:rPr lang="en-GB" sz="1800" dirty="0"/>
            </a:br>
            <a:r>
              <a:rPr lang="en-GB" sz="1800" dirty="0"/>
              <a:t>BSc (Hons) Computer Science (Games Development)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7EA23-6703-4C96-9EEB-A408CBDD6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773729"/>
            <a:ext cx="12192000" cy="1084271"/>
          </a:xfrm>
          <a:prstGeom prst="rect">
            <a:avLst/>
          </a:prstGeom>
          <a:gradFill flip="none" rotWithShape="1">
            <a:gsLst>
              <a:gs pos="100000">
                <a:schemeClr val="bg2">
                  <a:alpha val="60000"/>
                </a:schemeClr>
              </a:gs>
              <a:gs pos="40000">
                <a:schemeClr val="bg2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FFF2E3-AB4B-AFD4-0596-7A766066B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2529" y="5990792"/>
            <a:ext cx="1659472" cy="8672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86DEA-2F0A-1EF0-0B84-0240C8A1A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2675" y="5882260"/>
            <a:ext cx="1084271" cy="10842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C5208E-FE56-C9A6-3684-094CEAB49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94" y="6064132"/>
            <a:ext cx="2346961" cy="7205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3778013-A7D2-D1A0-2F06-949B5D76E063}"/>
              </a:ext>
            </a:extLst>
          </p:cNvPr>
          <p:cNvSpPr/>
          <p:nvPr/>
        </p:nvSpPr>
        <p:spPr>
          <a:xfrm>
            <a:off x="1" y="-1"/>
            <a:ext cx="8703734" cy="999067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91C12-BB00-AD99-4E18-2D0D1468CE5A}"/>
              </a:ext>
            </a:extLst>
          </p:cNvPr>
          <p:cNvSpPr txBox="1"/>
          <p:nvPr/>
        </p:nvSpPr>
        <p:spPr>
          <a:xfrm>
            <a:off x="0" y="-1"/>
            <a:ext cx="87037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dirty="0">
                <a:latin typeface="Zain Fishing Hooks" panose="02000503000000000000" pitchFamily="2" charset="0"/>
              </a:rPr>
              <a:t>Hook Line and Slinger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E600F4-1615-1AC0-0AA6-84DD6422511C}"/>
              </a:ext>
            </a:extLst>
          </p:cNvPr>
          <p:cNvSpPr/>
          <p:nvPr/>
        </p:nvSpPr>
        <p:spPr>
          <a:xfrm>
            <a:off x="0" y="4549675"/>
            <a:ext cx="12192000" cy="1441116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E92D2-E628-C402-8984-B005332B5029}"/>
              </a:ext>
            </a:extLst>
          </p:cNvPr>
          <p:cNvSpPr txBox="1"/>
          <p:nvPr/>
        </p:nvSpPr>
        <p:spPr>
          <a:xfrm>
            <a:off x="-43" y="4549677"/>
            <a:ext cx="12192022" cy="230832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numCol="3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Hook, Line and Slinger is a 2d action platformer where you play as a fisherman and sushi chef trying to find the most exotic fish for his restaurant.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Swing through levels with your trusty grappling hook and collect new and unique types of bait to catch all kinds of fish.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Explore multiple environments before defeating challenging bosses, all while trying to improve your time.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E5BBD9-5DDE-1870-CC3D-B30780B82737}"/>
              </a:ext>
            </a:extLst>
          </p:cNvPr>
          <p:cNvSpPr/>
          <p:nvPr/>
        </p:nvSpPr>
        <p:spPr>
          <a:xfrm>
            <a:off x="8703734" y="0"/>
            <a:ext cx="3488266" cy="4549674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2DF85C-9C61-0239-6B97-C4077AFFDAB8}"/>
              </a:ext>
            </a:extLst>
          </p:cNvPr>
          <p:cNvSpPr txBox="1"/>
          <p:nvPr/>
        </p:nvSpPr>
        <p:spPr>
          <a:xfrm>
            <a:off x="8703702" y="-2"/>
            <a:ext cx="3488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Different kinds of bait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8E494BB-99B3-D7D3-211B-7CFC598077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480" y="762350"/>
            <a:ext cx="3162741" cy="348663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9B6A7C5-074E-6116-0E1E-52F8550D9050}"/>
              </a:ext>
            </a:extLst>
          </p:cNvPr>
          <p:cNvSpPr txBox="1"/>
          <p:nvPr/>
        </p:nvSpPr>
        <p:spPr>
          <a:xfrm>
            <a:off x="8920209" y="2167114"/>
            <a:ext cx="12990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Default bait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D82602-1677-9075-0404-F7ECB155D6C1}"/>
              </a:ext>
            </a:extLst>
          </p:cNvPr>
          <p:cNvSpPr txBox="1"/>
          <p:nvPr/>
        </p:nvSpPr>
        <p:spPr>
          <a:xfrm>
            <a:off x="10647409" y="2167114"/>
            <a:ext cx="12990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Worm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7B1EC-6810-020A-CC89-45AD39758470}"/>
              </a:ext>
            </a:extLst>
          </p:cNvPr>
          <p:cNvSpPr txBox="1"/>
          <p:nvPr/>
        </p:nvSpPr>
        <p:spPr>
          <a:xfrm>
            <a:off x="8920208" y="3940227"/>
            <a:ext cx="1299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/>
              <a:t>Heavy ground bait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E812A-8DF6-BA91-9302-E6ACBD61DB05}"/>
              </a:ext>
            </a:extLst>
          </p:cNvPr>
          <p:cNvSpPr txBox="1"/>
          <p:nvPr/>
        </p:nvSpPr>
        <p:spPr>
          <a:xfrm>
            <a:off x="10647409" y="3940227"/>
            <a:ext cx="1299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/>
              <a:t>Hook bait</a:t>
            </a:r>
          </a:p>
        </p:txBody>
      </p:sp>
    </p:spTree>
    <p:extLst>
      <p:ext uri="{BB962C8B-B14F-4D97-AF65-F5344CB8AC3E}">
        <p14:creationId xmlns:p14="http://schemas.microsoft.com/office/powerpoint/2010/main" val="3306501898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Sitka Heading</vt:lpstr>
      <vt:lpstr>Source Sans Pro</vt:lpstr>
      <vt:lpstr>Zain Fishing Hooks</vt:lpstr>
      <vt:lpstr>3DFloatVTI</vt:lpstr>
      <vt:lpstr>Michael Hooper michael.hooper@students.Plymouth.ac.uk BSc (Hons) Computer Science (Games Development)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mikey hooper</dc:creator>
  <cp:lastModifiedBy>mikey hooper</cp:lastModifiedBy>
  <cp:revision>4</cp:revision>
  <dcterms:created xsi:type="dcterms:W3CDTF">2026-03-15T12:39:50Z</dcterms:created>
  <dcterms:modified xsi:type="dcterms:W3CDTF">2026-03-21T12:32:07Z</dcterms:modified>
</cp:coreProperties>
</file>